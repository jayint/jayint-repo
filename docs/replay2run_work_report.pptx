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bb2723328d4d50" /><Relationship Type="http://schemas.openxmlformats.org/officeDocument/2006/relationships/extended-properties" Target="/docProps/app.xml" Id="R58978c0c985048fb" /><Relationship Type="http://schemas.openxmlformats.org/officeDocument/2006/relationships/officeDocument" Target="/ppt/presentation.xml" Id="Re79aa54a979845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126eaab66c4ca0"/>
  </p:sldMasterIdLst>
  <p:notesMasterIdLst>
    <p:notesMasterId xmlns:r="http://schemas.openxmlformats.org/officeDocument/2006/relationships" r:id="Rc37b471a12204468"/>
  </p:notesMasterIdLst>
  <p:sldIdLst>
    <p:sldId xmlns:r="http://schemas.openxmlformats.org/officeDocument/2006/relationships" id="256" r:id="R19a3381d8fab44c2"/>
    <p:sldId xmlns:r="http://schemas.openxmlformats.org/officeDocument/2006/relationships" id="257" r:id="Re38c9a7108e543dd"/>
    <p:sldId xmlns:r="http://schemas.openxmlformats.org/officeDocument/2006/relationships" id="258" r:id="R4ae489cb08754765"/>
    <p:sldId xmlns:r="http://schemas.openxmlformats.org/officeDocument/2006/relationships" id="259" r:id="Rbae9c4e16b754439"/>
    <p:sldId xmlns:r="http://schemas.openxmlformats.org/officeDocument/2006/relationships" id="260" r:id="R84fad8df54324d6d"/>
    <p:sldId xmlns:r="http://schemas.openxmlformats.org/officeDocument/2006/relationships" id="261" r:id="Rc0804694176e43ab"/>
    <p:sldId xmlns:r="http://schemas.openxmlformats.org/officeDocument/2006/relationships" id="262" r:id="Rf7cf0d0fa4e64866"/>
    <p:sldId xmlns:r="http://schemas.openxmlformats.org/officeDocument/2006/relationships" id="263" r:id="R8d4f4466f2aa4572"/>
    <p:sldId xmlns:r="http://schemas.openxmlformats.org/officeDocument/2006/relationships" id="264" r:id="R132be87958ad4ea9"/>
    <p:sldId xmlns:r="http://schemas.openxmlformats.org/officeDocument/2006/relationships" id="265" r:id="R74f965c7949548ad"/>
    <p:sldId xmlns:r="http://schemas.openxmlformats.org/officeDocument/2006/relationships" id="266" r:id="R657ce6a98b18471f"/>
    <p:sldId xmlns:r="http://schemas.openxmlformats.org/officeDocument/2006/relationships" id="267" r:id="R163541eaef36441e"/>
    <p:sldId xmlns:r="http://schemas.openxmlformats.org/officeDocument/2006/relationships" id="268" r:id="Rd11d4a2161c64796"/>
    <p:sldId xmlns:r="http://schemas.openxmlformats.org/officeDocument/2006/relationships" id="269" r:id="R3a7b5783a587422d"/>
    <p:sldId xmlns:r="http://schemas.openxmlformats.org/officeDocument/2006/relationships" id="270" r:id="R921a872266424c84"/>
    <p:sldId xmlns:r="http://schemas.openxmlformats.org/officeDocument/2006/relationships" id="271" r:id="R63d0b0b62c8c4d03"/>
    <p:sldId xmlns:r="http://schemas.openxmlformats.org/officeDocument/2006/relationships" id="272" r:id="Rfc02c98429ac469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126eaab66c4ca0" /><Relationship Type="http://schemas.openxmlformats.org/officeDocument/2006/relationships/theme" Target="/ppt/theme/theme1.xml" Id="Rf6ddf410740642da" /><Relationship Type="http://schemas.openxmlformats.org/officeDocument/2006/relationships/notesMaster" Target="/ppt/notesMasters/notesMaster1.xml" Id="Rc37b471a12204468" /><Relationship Type="http://schemas.openxmlformats.org/officeDocument/2006/relationships/presProps" Target="/ppt/presProps.xml" Id="R9748627c3b464b8f" /><Relationship Type="http://schemas.openxmlformats.org/officeDocument/2006/relationships/viewProps" Target="/ppt/viewProps.xml" Id="R34a5537c3ffa46fc" /><Relationship Type="http://schemas.openxmlformats.org/officeDocument/2006/relationships/tableStyles" Target="/ppt/tableStyles.xml" Id="Rc3a88d5bb5f14ac7" /><Relationship Type="http://schemas.openxmlformats.org/officeDocument/2006/relationships/slide" Target="/ppt/slides/slide1.xml" Id="R19a3381d8fab44c2" /><Relationship Type="http://schemas.openxmlformats.org/officeDocument/2006/relationships/slide" Target="/ppt/slides/slide2.xml" Id="Re38c9a7108e543dd" /><Relationship Type="http://schemas.openxmlformats.org/officeDocument/2006/relationships/slide" Target="/ppt/slides/slide3.xml" Id="R4ae489cb08754765" /><Relationship Type="http://schemas.openxmlformats.org/officeDocument/2006/relationships/slide" Target="/ppt/slides/slide4.xml" Id="Rbae9c4e16b754439" /><Relationship Type="http://schemas.openxmlformats.org/officeDocument/2006/relationships/slide" Target="/ppt/slides/slide5.xml" Id="R84fad8df54324d6d" /><Relationship Type="http://schemas.openxmlformats.org/officeDocument/2006/relationships/slide" Target="/ppt/slides/slide6.xml" Id="Rc0804694176e43ab" /><Relationship Type="http://schemas.openxmlformats.org/officeDocument/2006/relationships/slide" Target="/ppt/slides/slide7.xml" Id="Rf7cf0d0fa4e64866" /><Relationship Type="http://schemas.openxmlformats.org/officeDocument/2006/relationships/slide" Target="/ppt/slides/slide8.xml" Id="R8d4f4466f2aa4572" /><Relationship Type="http://schemas.openxmlformats.org/officeDocument/2006/relationships/slide" Target="/ppt/slides/slide9.xml" Id="R132be87958ad4ea9" /><Relationship Type="http://schemas.openxmlformats.org/officeDocument/2006/relationships/slide" Target="/ppt/slides/slide10.xml" Id="R74f965c7949548ad" /><Relationship Type="http://schemas.openxmlformats.org/officeDocument/2006/relationships/slide" Target="/ppt/slides/slide11.xml" Id="R657ce6a98b18471f" /><Relationship Type="http://schemas.openxmlformats.org/officeDocument/2006/relationships/slide" Target="/ppt/slides/slide12.xml" Id="R163541eaef36441e" /><Relationship Type="http://schemas.openxmlformats.org/officeDocument/2006/relationships/slide" Target="/ppt/slides/slide13.xml" Id="Rd11d4a2161c64796" /><Relationship Type="http://schemas.openxmlformats.org/officeDocument/2006/relationships/slide" Target="/ppt/slides/slide14.xml" Id="R3a7b5783a587422d" /><Relationship Type="http://schemas.openxmlformats.org/officeDocument/2006/relationships/slide" Target="/ppt/slides/slide15.xml" Id="R921a872266424c84" /><Relationship Type="http://schemas.openxmlformats.org/officeDocument/2006/relationships/slide" Target="/ppt/slides/slide16.xml" Id="R63d0b0b62c8c4d03" /><Relationship Type="http://schemas.openxmlformats.org/officeDocument/2006/relationships/slide" Target="/ppt/slides/slide17.xml" Id="Rfc02c98429ac46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c128ddb2f454f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6d95d63d5f4399" /><Relationship Type="http://schemas.openxmlformats.org/officeDocument/2006/relationships/notesMaster" Target="/ppt/notesMasters/notesMaster1.xml" Id="R4c27506a55a445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e0ba0134744e06" /><Relationship Type="http://schemas.openxmlformats.org/officeDocument/2006/relationships/notesMaster" Target="/ppt/notesMasters/notesMaster1.xml" Id="R81602e4f85ad44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0e47bf0e004cb9" /><Relationship Type="http://schemas.openxmlformats.org/officeDocument/2006/relationships/notesMaster" Target="/ppt/notesMasters/notesMaster1.xml" Id="R8730d5bf02e448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1e2a330ef44124" /><Relationship Type="http://schemas.openxmlformats.org/officeDocument/2006/relationships/notesMaster" Target="/ppt/notesMasters/notesMaster1.xml" Id="R785a5a595f6c4d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60b208d4b74fbe" /><Relationship Type="http://schemas.openxmlformats.org/officeDocument/2006/relationships/notesMaster" Target="/ppt/notesMasters/notesMaster1.xml" Id="R4f6c6529e95d4f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3a434a638a4612" /><Relationship Type="http://schemas.openxmlformats.org/officeDocument/2006/relationships/notesMaster" Target="/ppt/notesMasters/notesMaster1.xml" Id="R6fa5c612312042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599c674c3745b0" /><Relationship Type="http://schemas.openxmlformats.org/officeDocument/2006/relationships/notesMaster" Target="/ppt/notesMasters/notesMaster1.xml" Id="R979aad46d3d84a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e80048ff104248" /><Relationship Type="http://schemas.openxmlformats.org/officeDocument/2006/relationships/notesMaster" Target="/ppt/notesMasters/notesMaster1.xml" Id="Rf0051c7b7b4245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06153ccb1c4657" /><Relationship Type="http://schemas.openxmlformats.org/officeDocument/2006/relationships/notesMaster" Target="/ppt/notesMasters/notesMaster1.xml" Id="R7e4469f430d74b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41ac4b1b2f4a6c" /><Relationship Type="http://schemas.openxmlformats.org/officeDocument/2006/relationships/notesMaster" Target="/ppt/notesMasters/notesMaster1.xml" Id="Rfcf3ef7993f64d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40bb3f35c545e2" /><Relationship Type="http://schemas.openxmlformats.org/officeDocument/2006/relationships/notesMaster" Target="/ppt/notesMasters/notesMaster1.xml" Id="R709278d07d584f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864d76b04c4130" /><Relationship Type="http://schemas.openxmlformats.org/officeDocument/2006/relationships/notesMaster" Target="/ppt/notesMasters/notesMaster1.xml" Id="R7eeaf0f8fa1a4f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e091ebd1eb4d5f" /><Relationship Type="http://schemas.openxmlformats.org/officeDocument/2006/relationships/notesMaster" Target="/ppt/notesMasters/notesMaster1.xml" Id="R91e12587933943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cfbb9e21ce4126" /><Relationship Type="http://schemas.openxmlformats.org/officeDocument/2006/relationships/notesMaster" Target="/ppt/notesMasters/notesMaster1.xml" Id="Rb869861369314f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75c9631421041f3" /><Relationship Type="http://schemas.openxmlformats.org/officeDocument/2006/relationships/notesMaster" Target="/ppt/notesMasters/notesMaster1.xml" Id="Rd4bfc092bed049d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a1e2124f7a54d67" /><Relationship Type="http://schemas.openxmlformats.org/officeDocument/2006/relationships/notesMaster" Target="/ppt/notesMasters/notesMaster1.xml" Id="R93aefa24dc3c497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c663f0475854761" /><Relationship Type="http://schemas.openxmlformats.org/officeDocument/2006/relationships/notesMaster" Target="/ppt/notesMasters/notesMaster1.xml" Id="R06a25443733148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f0e2dcf02243a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f31c954f8b445d9" /><Relationship Type="http://schemas.openxmlformats.org/officeDocument/2006/relationships/slideLayout" Target="/ppt/slideLayouts/slideLayout2.xml" Id="Re77a50a3ec804b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7a50a3ec804b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6b9aef493c46e1" /><Relationship Type="http://schemas.openxmlformats.org/officeDocument/2006/relationships/notesSlide" Target="/ppt/notesSlides/notesSlide1.xml" Id="R852a55269a4341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eb83f951ac47f4" /><Relationship Type="http://schemas.openxmlformats.org/officeDocument/2006/relationships/notesSlide" Target="/ppt/notesSlides/notesSlide2.xml" Id="Rcf2c14dc7dde4b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8abd90de5b405c" /><Relationship Type="http://schemas.openxmlformats.org/officeDocument/2006/relationships/notesSlide" Target="/ppt/notesSlides/notesSlide3.xml" Id="R279322ad430e47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b7f941df0b4fc4" /><Relationship Type="http://schemas.openxmlformats.org/officeDocument/2006/relationships/notesSlide" Target="/ppt/notesSlides/notesSlide4.xml" Id="Red5ba5e6931946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5d1329aebc4aab" /><Relationship Type="http://schemas.openxmlformats.org/officeDocument/2006/relationships/notesSlide" Target="/ppt/notesSlides/notesSlide5.xml" Id="Re3e573dda9344c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458374b0a24955" /><Relationship Type="http://schemas.openxmlformats.org/officeDocument/2006/relationships/notesSlide" Target="/ppt/notesSlides/notesSlide6.xml" Id="Rd28d3be586f744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4f78fef93545f5" /><Relationship Type="http://schemas.openxmlformats.org/officeDocument/2006/relationships/notesSlide" Target="/ppt/notesSlides/notesSlide7.xml" Id="Rcda466937d5c42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29e1faecec457e" /><Relationship Type="http://schemas.openxmlformats.org/officeDocument/2006/relationships/notesSlide" Target="/ppt/notesSlides/notesSlide8.xml" Id="R36bcd18cf24d42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a1a2e8b3c14ae0" /><Relationship Type="http://schemas.openxmlformats.org/officeDocument/2006/relationships/notesSlide" Target="/ppt/notesSlides/notesSlide9.xml" Id="R5226955f310944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c5a37ead3b4879" /><Relationship Type="http://schemas.openxmlformats.org/officeDocument/2006/relationships/notesSlide" Target="/ppt/notesSlides/notesSlide10.xml" Id="R5f99477ed2bb42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962cff3f4d4fa9" /><Relationship Type="http://schemas.openxmlformats.org/officeDocument/2006/relationships/notesSlide" Target="/ppt/notesSlides/notesSlide11.xml" Id="R9c8fc0b4fc9846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8739eb8bf74648" /><Relationship Type="http://schemas.openxmlformats.org/officeDocument/2006/relationships/notesSlide" Target="/ppt/notesSlides/notesSlide12.xml" Id="Rb19d96582c2c40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5e606561e847bb" /><Relationship Type="http://schemas.openxmlformats.org/officeDocument/2006/relationships/notesSlide" Target="/ppt/notesSlides/notesSlide13.xml" Id="R0f0d9159612547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6219f9db48468d" /><Relationship Type="http://schemas.openxmlformats.org/officeDocument/2006/relationships/notesSlide" Target="/ppt/notesSlides/notesSlide14.xml" Id="R0ac68515a1d94c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dccaa63bed44e4" /><Relationship Type="http://schemas.openxmlformats.org/officeDocument/2006/relationships/notesSlide" Target="/ppt/notesSlides/notesSlide15.xml" Id="R8fa129d8dba64cf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1e004fb0f24779" /><Relationship Type="http://schemas.openxmlformats.org/officeDocument/2006/relationships/notesSlide" Target="/ppt/notesSlides/notesSlide16.xml" Id="R8a5fe8705cbb464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648e8b732749de" /><Relationship Type="http://schemas.openxmlformats.org/officeDocument/2006/relationships/notesSlide" Target="/ppt/notesSlides/notesSlide17.xml" Id="R6224a4224d344ba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5E3654-297A-45BC-9A7F-5AAF0F53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FDCA9-7AF1-42BD-9200-65C5FE95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29796-32D0-4E59-A36C-C66E45D4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89C1B-811A-42BE-ABBF-F24BF1DE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1B20F-E730-4473-AB11-0A00BC45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1D306-7741-4670-A002-D1E042F3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8F117-1D1B-4402-9DD6-8C035FEA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EBC46-7017-4774-A7E8-615C82B1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49719-0E8F-468A-8CFF-2513A298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67C33-7BB2-415F-A3C0-52B4348B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78E48-F95E-4036-91DA-389C82E0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B451F-85BC-4A4F-BFC3-CC1E4115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0F62B-7FF2-489F-8BE4-0C5F71F3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23169-17FD-41B1-AA7F-7FAE2061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199EF-4AA1-41AF-A71C-8413E0F6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9A716-EAD5-4B53-B035-20D37C98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2681D-980E-4B9F-8CBA-8AF21C47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AEB09-7E72-4CFC-8404-A9224F9F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FE933-2229-4480-BA75-EDB5C672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6CC952-0AEF-4C8A-8E23-84BF32D7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9B11B0-A895-440F-A0F9-1D33C85D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749BBD-D160-4E85-9DEC-E74ED9A0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6D1AF8-53B0-4A5D-9130-9306A6D5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58CCEA-E460-4341-972C-D30A615E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70E8E7-F796-4051-A1E6-E5C6E28C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A1858C-F2EF-4BFE-AF9C-68A04DF5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561CF6-9A64-471F-BAAE-1FB61B90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0870D6-8B83-4BB9-AD7E-62C47205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781050"/>
            <a:ext cx="2857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2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95230-B581-4A72-ADD6-B6C7C18A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2573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6C5D8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B6C5D8"/>
                </a:solidFill>
                <a:latin typeface="Menlo"/>
                <a:ea typeface="Menlo"/>
                <a:cs typeface="Menlo"/>
              </a:rPr>
              <a:t>Repository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82C417-488B-4813-AE6D-CB9E45CE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7716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B9A084-E2E7-4F2F-BFCE-C1052806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733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3ABEFF-1193-495E-A392-E125AC6D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2410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Dockerfile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6DCC9E-3BB8-4881-BC70-B95DC20F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956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7C7D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7C7D4"/>
                </a:solidFill>
                <a:latin typeface="PingFang SC"/>
                <a:ea typeface="PingFang SC"/>
                <a:cs typeface="PingFang SC"/>
              </a:rPr>
              <a:t>Executable environment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2BD441-9C17-4E8C-933F-A9CFF6DA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6C5D8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B6C5D8"/>
                </a:solidFill>
                <a:latin typeface="Menlo"/>
                <a:ea typeface="Menlo"/>
                <a:cs typeface="Menlo"/>
              </a:rPr>
              <a:t>pytest / tests / validation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DA3BD6-9FF9-4CA9-9116-84732DD1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34A212-60EB-4B21-82C1-6C2A3EEC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B0C3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9FB0C3"/>
                </a:solidFill>
                <a:latin typeface="PingFang SC"/>
                <a:ea typeface="PingFang SC"/>
                <a:cs typeface="PingFang SC"/>
              </a:rPr>
              <a:t>W O R K   R E P O R 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262881-0665-4A8D-A9AE-F27BC0FC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657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面向代码仓库的自动化环境构建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C11764-D0DD-4459-BF2B-2ACB11AC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28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参考 Repo2Run：从源代码仓库生成可构建、可运行测试的 Docker 环境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7C6F97-C78F-4D4C-8EF8-386AF0CB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619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核心任务不是“修代码”，而是自动恢复仓库运行测试所需的依赖、系统库、环境变量、服务和版本约束，并把过程固化成 Dockerfile。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FCA08D-0B99-47A7-ADF9-B77FB1E7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1619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A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AF0BA9-F48D-4128-BFE1-955B617B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7E602D-BC7C-4DD4-903F-8CED6639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420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6673A1-ABCB-47E1-BB46-1C70E0AB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Repo2Run benchmark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AF29BF-588A-4292-9484-06A0A46A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Python repos with tests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6E97FF-FC3C-482F-8D7C-8CAFF61A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29100"/>
            <a:ext cx="1619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A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149E3C-7696-453D-B7D1-0FD40419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291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86F203-2EF5-461A-80BF-86FFD89B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386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85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CDF251-8DBF-4BA8-B504-79523C38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768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当前结果文件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8B5BC0-87BC-4259-9F86-548F8E97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673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outputs/results/*.json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3DCDF4-3664-4579-87C7-8B848796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29100"/>
            <a:ext cx="1619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A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CA5468-2F88-49C7-A110-95F060BA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291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0C0189-0007-48F6-B6A8-C84F3ECE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386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89.4%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4EE935B-86F5-47E5-AC91-6ECFC982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768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当前 DGSR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2CCE78-2CFE-4A9D-8F0B-7E96CAAB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673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76/85 build 成功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5716D17-5DEC-401F-AD97-6FF05E83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29100"/>
            <a:ext cx="1619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A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36AA03-76E3-4F2A-91D7-71C3536C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291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F013B5D-4816-4686-923F-5E2BE373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386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82.4%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70EF669-744D-44E9-9771-B97EC6CB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当前 EBSR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D54D2DC-1177-4385-9804-198DFBEB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70/85 环境可执行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7FD6380-1853-4E82-942C-7F1A9E3C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DA7C545-0F3C-491B-A1D6-8479D62E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REPLAY2RUN 工作汇报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61D57F1-CFBC-4724-9E76-474BE312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627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主题：自动化环境构建 + 可复现 Dockerfile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59ECD3-6131-49AE-A494-09B44842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29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7C7D4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37C7D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50682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B433C5-C6E5-42B3-A32E-E702BEEA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6B343-12D1-4CF7-9E78-61795A76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9781F-0E58-4270-9287-7A20CA40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26E93-3570-4CEE-9214-8931D5BC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263FA-B7EC-4BD9-BD86-BC8547BA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8C79B-E805-4312-A30D-6FA5229F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2F7ED-4CEC-4F15-BBF7-8DA88BF3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568EB-63EB-41C1-8574-0CDB9247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7A350-1FA5-49F6-BFF6-81687832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5B77C-DCA3-47CD-8DBC-BBB447D2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BCCF3-D98C-47DF-83D2-0FD2D53E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E56E4-9A6E-4F87-8D2B-4C3ABE37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E23B2-31ED-4BF1-BBA6-EFBEAE5E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46328-077E-47B0-B5BC-172DAE74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8D07A-FDAD-448C-AC78-4114B4B5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E41C6-D6DB-4354-ADB1-A89E6243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DE1E7B-D208-487D-B5BB-8678E8E0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05E87-5FB5-4A41-9E66-BA215226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1FFECB-1C2D-447D-8AF3-DF6B7BE9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F486C6-FF70-42D1-84C8-BC095D7F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290A28-BFA9-4DE4-9AB8-E24B1370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6239C7-ABA1-479A-9251-94D727D1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B3F713-DE64-4FDC-AD09-7A09492C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3E82EC-5453-4DEA-B22E-9B99DEFC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0DCB0B-2675-49A7-B77F-C92170CB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2443DB-13EE-4F14-A384-8EB85333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DD52A0-2EBF-4BBE-9052-DED8246F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764764-16DD-4D9E-BC76-DAA7417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 E S E A R C H   B A C K G R O U N 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1B218E-D6C2-4A48-8902-7CDCF528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00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为什么环境构建是软件工程 Agent 的基础设施问题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57CFDD-E991-41EF-8F4F-6D5882E3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Repo2Run 的出发点：GitHub 上静态代码很容易获取，但让仓库真正跑起来需要大量人工环境配置。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1F88EA-43CC-4CC1-B6AA-9BB037C4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143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9B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171A63-BDA7-4C37-9C77-4595B862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42CD35-B4A8-45A1-9540-AF081472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静态代码不够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C41CB8-69B1-438B-A31D-5B5B8859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724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代码补全、修复、训练奖励和 patch validation 都需要运行测试。没有可执行环境，只能依赖不稳定的静态指标或少量人工维护环境。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46B29D-E7E5-40B6-BAC4-DEB949EB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62200"/>
            <a:ext cx="3143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9B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4F2F9C-B106-4360-9684-B0351ED5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622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26CB68-98D1-4CCE-BF38-22A20657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908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人工构建不可扩展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28D90A-8015-4C1E-8C3D-D094D3CC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90850"/>
            <a:ext cx="2724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开发者通常要反复选择 base image、安装依赖、设置环境变量、运行测试并处理错误，最后手写 Dockerfile。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17F63C-890C-4602-B8E3-1FCAA754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3143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9B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6CF608-A8E2-430B-AC6E-4EB114F5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84B394-A03D-4A05-AD74-AED2A0CC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908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规模化需要自动化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9A478D-88F4-4FB9-956B-1C35E816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90850"/>
            <a:ext cx="2724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Repo2Run 将问题定义为：给定任意代码仓库，自动构建一个隔离、一致、可复现的测试执行环境。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C9FB77-B55E-4D1F-B209-A42D618D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所以本项目要解决的主问题是环境构建：让大量开源仓库从“有代码”变成“可以在容器里运行测试”。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7F99B4-7B50-4D2D-A81E-9DD81B7B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7F4A49-0F69-4407-8A9E-8FE7EACB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A98AA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8A98AA"/>
                </a:solidFill>
                <a:latin typeface="PingFang SC"/>
                <a:ea typeface="PingFang SC"/>
                <a:cs typeface="PingFang SC"/>
              </a:rPr>
              <a:t>REPLAY2RUN 工作汇报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C6E2B7-0C59-4B45-AF6A-50426B91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627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8A98A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8A98AA"/>
                </a:solidFill>
                <a:latin typeface="PingFang SC"/>
                <a:ea typeface="PingFang SC"/>
                <a:cs typeface="PingFang SC"/>
              </a:rPr>
              <a:t>参考 Repo2Run Introduction：executable environment building is underexplored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64168D-442E-40D5-8E65-6E076867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29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6B3A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FF6B3A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277210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28BAA5-62E2-49B1-A10F-87C04846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8625B-BB7C-497D-A685-0902A92B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9E7CC-73AC-42A1-BC98-4D3D52DE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2F87F-EF7D-4432-82BC-17CF9E16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B4E96-7216-4F2F-AF58-4D533206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6C03B-E882-4DA0-B774-2A64F08E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92527-DDCC-4277-9440-DAB2E3E0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7FB2C-E541-40F7-88E0-C11CAC23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8D26B-1065-44C3-AD24-DE50B0AF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F2B4B-055B-4379-9A6D-B85776FB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440C1-D011-403A-8C77-FF259764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95313-0224-4285-9D29-9892057C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1CC86-9A79-4E84-A9CD-98EE59AC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6B6CA-C68C-41D0-BBB0-8C73A707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EA1D8-45F5-4603-B720-27EA7480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E8B96-515A-4C61-9E98-DA8BF482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826D7-6E1F-409C-BF65-38A879D9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D5E646-54F3-492E-A796-CEF55003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0B507-9B57-4CF2-91A5-8E820B66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B89C43-F6AB-4D29-AC00-ECB668C1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CCB265-69CF-4582-94A0-2F31D207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46056-D117-4E2A-928D-73CA7D80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03E22C-9CD8-4047-A21B-997ED072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03363F-1BDE-4329-832F-B98AEA19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005E30-C100-4079-9D72-09D8356F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344533-1214-48EC-A35A-ADC580E5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4A88C1-5337-45CC-8477-3AF53BAA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409794-9A3B-4373-A2FB-1684115F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B0C3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9FB0C3"/>
                </a:solidFill>
                <a:latin typeface="PingFang SC"/>
                <a:ea typeface="PingFang SC"/>
                <a:cs typeface="PingFang SC"/>
              </a:rPr>
              <a:t>P R O B L E M   D E F I N I T I O 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A10A12-B3C8-40AF-AFBD-BEBEE4B2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00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环境构建任务：输入仓库，输出能构建并运行测试的 Dockerfile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9289DC-D8DE-4288-AE5E-76C24809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这不是普通依赖安装脚本生成；它需要通过测试反馈发现隐式环境假设，并把有效配置过程写入 Dockerfile。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3F4EF7-F43B-473F-8C50-1BDADAD3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08407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13335">
            <a:solidFill>
              <a:srgbClr val="37C7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E4D9CC-03DF-4C35-97B2-0E3822E7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08407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645BD2-2286-4425-8E39-A4ED6823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C7D4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37C7D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D08677-BC23-4640-803D-A61219D1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77927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 Base 环境选择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7732F2-72B4-4A9A-BA0F-BB3DA596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77927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Python/CUDA/OS</a:t>
            </a:r>
          </a:p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系统包基础镜像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CC44F7-7BEE-4418-94BA-123387C3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45" y="35337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B81D6A-8358-4789-8F30-972381BC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295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2204A7-B669-4979-AD48-BA47A0EA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552700"/>
            <a:ext cx="208407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13335">
            <a:solidFill>
              <a:srgbClr val="FF6B3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0B6F3D-E515-48B4-82CC-8DC7C685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552700"/>
            <a:ext cx="208407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B59BF3-A0D7-4477-8127-8EAED5E3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27241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A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6B3A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9C7350-7A6F-4CDC-AE68-71C47E43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3009900"/>
            <a:ext cx="177927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2. 依赖与变量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5C0EF2-CDF8-449D-907C-20569A0D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3371850"/>
            <a:ext cx="177927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pip/poetry/uv</a:t>
            </a:r>
          </a:p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apt/system libs</a:t>
            </a:r>
          </a:p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env vars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F098C0-EB48-4B85-8A3A-3013E2A1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665" y="35337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8F28D9-CCFE-4C8C-8E51-AFD9630F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8715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A16A44-8158-4BFF-9716-937CC5A4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552700"/>
            <a:ext cx="208407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13335">
            <a:solidFill>
              <a:srgbClr val="9FE87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6F8612-AB44-4DDE-BB00-8784F51F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552700"/>
            <a:ext cx="208407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720FD5-BD56-4D9C-A429-968FCA80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7241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E87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9FE870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217F95-AD29-4B7A-84B6-C2853932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009900"/>
            <a:ext cx="177927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3. 测试运行与诊断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B25C75-FA04-40FE-81FB-A59C7DEE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371850"/>
            <a:ext cx="177927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pytest collect</a:t>
            </a:r>
          </a:p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import error</a:t>
            </a:r>
          </a:p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version conflict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63A9D6F-B40F-4A4A-945E-B2DDEFC1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35337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06DCEAB-503A-4702-9AAE-0AF08A8D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135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C33900-D6F9-425A-9AEC-26E30B8B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552700"/>
            <a:ext cx="208407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13335">
            <a:solidFill>
              <a:srgbClr val="FFB84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0AB28D-4558-4F28-9278-E0494931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552700"/>
            <a:ext cx="208407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C31F245-7BCF-42AA-BE88-FE9C5F23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7241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84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B84D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BF8DE82-BE99-42D0-947F-D9FE2579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3009900"/>
            <a:ext cx="177927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4. 错误处理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0A0CAD-1BD2-4D43-9455-A8064EE8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3371850"/>
            <a:ext cx="177927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根据反馈迭代</a:t>
            </a:r>
          </a:p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升级/降级/补系统包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ADD957A-8A29-42FF-8BA9-EDB6B707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4505" y="35337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D6CD51E-18AB-40DC-A35C-164508B8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3555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174EBCB-53C5-41D7-87E4-81082B46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552700"/>
            <a:ext cx="208407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13335">
            <a:solidFill>
              <a:srgbClr val="37C7D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949715A-DDAA-4747-86C4-135DDE4E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552700"/>
            <a:ext cx="208407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6D76449-298F-4A4C-950C-1143CE49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7241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C7D4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37C7D4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0893B2-8E8B-4ACC-B2D3-A45AB25D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3009900"/>
            <a:ext cx="177927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5. Dockerfile 固化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DCBD480-688B-4D63-9A36-AB161745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3371850"/>
            <a:ext cx="177927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可 docker build</a:t>
            </a:r>
          </a:p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可在容器中执行 tests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3D8234-B660-47FB-8E33-D7A4E03B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48250"/>
            <a:ext cx="2667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A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8FB5216-483F-4D7E-9AD0-C8A0315D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482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AC1419A-199E-4772-92EF-AF8E3EB6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578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Input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9E97ACF-6719-4FE2-8E68-F33ECF67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959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code repository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2203FA3-A3AC-4D91-9382-E78D9F91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source + tests + metadata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859082C-14EA-482E-B76D-23789744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48250"/>
            <a:ext cx="2667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A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EC542D3-29CD-48B4-91A6-82F4FB2B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482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4E4C2C3-2E15-40A2-9507-A99B4525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2578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Output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118DE67-0F75-4AD2-9E04-A66268D8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959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runnable Dockerfile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F75C61C-5FEB-4FBA-AA06-C40BEA3C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864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build without errors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6EE0E6D-728C-4DCC-B7BF-1A6CFFC4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48250"/>
            <a:ext cx="2667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A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621EBC4-487C-4708-B598-B43B0FA8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482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C053D3A-616B-4E67-98CD-D3A2FAAF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578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Proof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980A775-013B-4F35-A192-6203FBCE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6959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tests can execute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75C66D7-17C1-4810-A218-09198574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8864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不要求全部 passed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BE050E6-F1F5-48B6-941E-CE55AE8D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0139B64-03C8-4458-9E10-8ABEC660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REPLAY2RUN 工作汇报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01D7A4C-F06F-4054-AF4E-F617E49A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627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任务定义来自 Repo2Run Figure 1 与 metrics section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2E35E8A-772A-4506-850F-4E94544B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29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7C7D4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37C7D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112531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7D5431-3750-43A7-ABF1-F8881796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3A2CC-E8D3-4CF3-94F4-37BB1D13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AB142-63F6-4A40-8E00-9B0063FA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EED14-C472-4311-AF64-2F238441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B0DA5-5EC3-4E9B-83A6-675EAA0D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4549F-3B90-4BBD-A8F3-0C2D5ABF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48C3E-F452-4CB7-A57F-3EFA4590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3DD47-9F9A-470A-980A-017D37D1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1F5E9-568D-4C6D-B5D0-18820825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F82E0-ADBF-483E-927D-FDA121E9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1C421-EC3B-45D9-90BA-FF3AAB52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61A94-DFB0-414D-82E2-B619D3BB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631891-CC57-4C6A-B1F7-FFB4DD28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E27BB1-3914-4EFF-B53E-86AE96A3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6ECC6-8E0F-49BD-8E2B-4B0E41CA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30D87-290E-4680-9B07-A5A38043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F800F-D83C-4CA0-A075-D830B1DE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4D28E9-CEC8-40CD-8B50-5633A1FE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196DB7-D1E6-4950-88BC-72A5820E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ABEB8E-D653-4E14-89F8-ED91633F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F6F9D3-6043-4DA8-9DBD-974EA8F4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BD0BBF-11D4-4381-809B-30924EC1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81F3A0-AC73-41F5-8B2E-0702D3F7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410311-2EE5-4152-A4A2-DE2BFAB3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8823D0-11E3-4DAF-BC5B-F5F3787E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7302EC-A5CC-4222-B600-EEDFF8E8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06AC6C-3404-447C-A848-A86E2647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DC046A-867C-4997-8A48-953CA4F7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W H Y   H A R 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95D36A-E936-4CF6-A4CE-EE720496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00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环境构建难在“仓库异构 + 反馈链长 + 错误类型混杂”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BB7A9F-041C-4289-AA60-74B0ABCC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Repo2Run 论文中展示 SWE-agent 失败的几类典型原因：依赖冲突、base image 不兼容、环境变量缺失、源码/测试本身问题。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2532BA-8FA9-4B08-AF36-343AA5EC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9B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BCFFDE-768A-451B-8AAC-C3988EFC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20AB89-5398-496C-8743-3936962E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434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依赖缺失或冲突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08EA9A-4309-45A8-BB42-14508DA0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4343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pydantic/sqlmodel 等版本约束冲突；单纯从 README 或 import 语句无法推断完整版本组合。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A0CDE0-4FF9-49CE-8CB6-36E981AE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9B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5DF3E2-D5C4-4F5C-9158-F7FBBD7D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E39790-0633-4A47-AA6D-6625C462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28900"/>
            <a:ext cx="434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Base image 不兼容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994FE0-046C-45D8-BD59-1547ACEC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4343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Python 版本、OS、CUDA、glibc 等基础环境错误会让后续依赖安装和测试收集失败。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223264-C74B-4DDE-9643-2C8F34B0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9B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99AD92-0AA3-46EA-BB19-1BD1D338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9EC6FA-68DB-4823-B66E-9DEE3FD5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434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环境变量/系统库缺失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63048E-F41E-45E0-875A-7D54097B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4343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CUDA_HOME、浏览器、数据库客户端、编译工具链、apt 包等常常不在 Python 依赖文件里。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168AAC-7099-49DA-8CB8-C3A2A53E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8145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9B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2B08EB-9A94-4D08-9936-184C7B43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81450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2D0DE2-D759-4317-8E43-6BCF88A7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10050"/>
            <a:ext cx="434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测试反馈不等于答案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EB6220-DA8B-4C94-AE5E-4700CC5C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0100"/>
            <a:ext cx="4343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pytest 报错可能来自外部依赖、仓库内部 import、测试配置，也可能是仓库源码 bug。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BC21B8-03FF-4448-B6FE-B566993C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67350"/>
            <a:ext cx="971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因此，一个可用系统必须会探索、会诊断、会区分环境错误和测试失败，并且最终产物必须可复现。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579DF5-7B89-482E-8C91-E15FF55B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7D2AC5-27F0-4EDB-9213-C564F2D8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A98AA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8A98AA"/>
                </a:solidFill>
                <a:latin typeface="PingFang SC"/>
                <a:ea typeface="PingFang SC"/>
                <a:cs typeface="PingFang SC"/>
              </a:rPr>
              <a:t>REPLAY2RUN 工作汇报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B0234A-0CFE-4BEF-9D9D-FEF9BFD4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627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8A98A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8A98AA"/>
                </a:solidFill>
                <a:latin typeface="PingFang SC"/>
                <a:ea typeface="PingFang SC"/>
                <a:cs typeface="PingFang SC"/>
              </a:rPr>
              <a:t>参考 Repo2Run Figure 2：典型环境构建失败类型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43FA14-36EB-41EE-BDAB-E7930528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29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6B3A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FF6B3A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991894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6443E6-1C83-4A5E-88FC-7AE55985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BE044-892E-4EF6-AB89-D9C92BA5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180E6-4CE7-4DF3-BD8D-DAE9DDE3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A9F2A-EA66-477F-9769-08233AA0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71972-432C-43B9-B66F-B14873B3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D90B4-97BA-400D-9BD9-846ADCD6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1F12C-C0F0-4B7D-8961-7D7BB14B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78AD7-F975-4D27-A712-75CC8382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2B9B5-065E-442F-8ED3-865ACDF9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7E9E2-913B-477B-BB7C-10F3320D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57E35-90BE-4AA8-BFF8-51830A0E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6310C-B6D2-4EFA-BA43-EF462E61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48D38-9116-4439-9998-08C0B072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2967B7-8E8A-4707-B6EF-A39675E2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56AA2-8156-4591-8CC8-DCF5672F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C5010-6DBA-41B8-B9ED-CDCF0E87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6CBD3B-5640-4C52-84D7-3567BB45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9CB1C-7F71-4463-ADB8-5AC56D95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7491E8-3267-41A2-A450-43847995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CF96DC-795D-4C23-BAE8-34F0C2F6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660DD-3F8A-4209-8292-0AD3E24A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FCFC5D-AB12-4A3F-BC9F-AE25D768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AB2815-AC66-48C1-8FDB-F48450DF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DCA39-27B6-4859-B914-E562F28C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4D1C99-F0AA-46B6-BFF9-3BB2853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E1DB8F-E40A-47F4-9BBB-26382C49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43BEED-B343-43D9-8832-3EFF9FCA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7BD604-6987-4ECA-AAAD-DC2AADBB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B0C3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9FB0C3"/>
                </a:solidFill>
                <a:latin typeface="PingFang SC"/>
                <a:ea typeface="PingFang SC"/>
                <a:cs typeface="PingFang SC"/>
              </a:rPr>
              <a:t>R E P O 2 R U N   F R A M I N 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CBF7DA-C878-42A8-973A-7D873A68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00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Repo2Run 的关键洞察：Agent 轨迹可以被记录并重放为 Dockerfile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64D0CF-671E-4410-8E38-F1EEA6B8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如果 Agent 能通过交互式反馈跑通依赖构建和测试，它的有效 action 就可以被合成为可复现环境。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4F485F-0E00-40B7-A900-09FD54BB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057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13335">
            <a:solidFill>
              <a:srgbClr val="37C7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D96504-2FB0-4EB0-A1BE-73901FA4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057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212C7F-E594-4E67-AF9D-E67A07D2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C7D4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37C7D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1F5B1D-E875-4689-89AC-3C33D56D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内部环境探索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67994E-65C5-4757-ADDF-4F3433A8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752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执行命令</a:t>
            </a:r>
          </a:p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观察 build/test feedback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3EB140-7B08-417B-BF05-BCB8E985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4194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0CE30C-5297-44BE-960A-4A9D3D56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381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5FF038-30B2-45E0-A62C-570CA690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14600"/>
            <a:ext cx="2057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13335">
            <a:solidFill>
              <a:srgbClr val="FF6B3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F58AC9-2B69-4DB8-A4CF-C1D17ACE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14600"/>
            <a:ext cx="2057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597C03-E14D-4857-B55F-9F46F881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8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A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6B3A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F29D33-4F24-436D-9118-4A50EEED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7180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外部环境辅助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E8DC9A-D7F2-47BB-A880-E3AB13FC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33750"/>
            <a:ext cx="1752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搜索/分析错误</a:t>
            </a:r>
          </a:p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辅助选择 action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20CB88-D0A5-461D-AF2D-844072DE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4194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786930-CCF6-4C15-B3F6-72D0BF93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381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BEB1CF-31C2-45CD-A678-6C87EDFC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14600"/>
            <a:ext cx="2057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13335">
            <a:solidFill>
              <a:srgbClr val="9FE87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C84038-4ED4-4110-A500-BAF5162F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14600"/>
            <a:ext cx="2057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8CF129-A986-4728-B9AF-C843DC60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8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E87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9FE870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E45901-164B-4F89-8484-1EC70E7A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7180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轨迹记录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5A6517-25F7-4ADB-B22C-DF8738F7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33750"/>
            <a:ext cx="1752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记录安装、配置、测试、回滚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973294-3A22-4DD2-B112-5B805C36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4194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A54F3E-8E25-4935-8BFB-371FF499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381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D2FB7E-C7E8-4FD3-9C9D-E9323193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14600"/>
            <a:ext cx="2057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13335">
            <a:solidFill>
              <a:srgbClr val="FFB84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C151F3-413B-4025-90D7-0A76ECAB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14600"/>
            <a:ext cx="2057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0CD8C8B-9450-4A5A-8C18-55CC98BF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8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84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B84D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8378354-40CC-45D2-BE97-0F8086C9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7180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Dockerfile synthesis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646137-8F56-43E1-997B-35AC6326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33750"/>
            <a:ext cx="1752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将成功构建路径转成 RUN 指令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CEE051B-091D-4871-90B1-5D5D70A3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4194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B1267D5-8BDC-4F1E-B635-7E25ED3A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381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E9C7427-A1DE-4A94-80B7-5861C1EB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14600"/>
            <a:ext cx="2057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13335">
            <a:solidFill>
              <a:srgbClr val="37C7D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874C10-5C7B-4DC7-B699-38A9DB59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14600"/>
            <a:ext cx="2057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5A0224C-F629-4FF9-AF9A-FE0C92DD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8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C7D4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37C7D4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BC42A3B-6093-460B-B801-0E77E78E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7180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环境成功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669E8D2-5BC8-40E3-806C-DD2AA213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33750"/>
            <a:ext cx="1752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docker build</a:t>
            </a:r>
          </a:p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容器中 pytest 可运行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DCA98DF-7603-4084-A478-63F8BE28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5300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A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50D8EE5-A4EE-4AD5-8DCD-6A4D5E83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530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F5DE00D-1FB9-4087-8A7B-BE211CE4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81600"/>
            <a:ext cx="3676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挑战一：找到有效构建轨迹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37C1D96-9848-467C-91E5-9F3A618B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81650"/>
            <a:ext cx="3676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需要专门面向环境构建的 action，而不是通用 coding agent 盲目试错。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3B0E666-5F21-42A8-845D-E223B99C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A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9D43C95-F071-41C2-9361-AB5D20BF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C72DFE2-DB96-42AF-ACC7-C3DF944F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181600"/>
            <a:ext cx="3676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挑战二：合成不会失败的 Dockerfile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63C9176-E2FC-422C-89EF-2D8A2732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581650"/>
            <a:ext cx="3676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失败命令可能污染环境；如果直接放进 Dockerfile，又会导致 build 失败。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144E5DC-1BC9-4B25-80F7-5E646D0D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7F005AC-0C56-460D-BFA3-AA2DE930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REPLAY2RUN 工作汇报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A469A2D-6A47-498D-9320-F9BA39FB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627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参考 Repo2Run Introduction：two challenges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5AC4F6E-1832-4CBB-B2AA-E4DE13DB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29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7C7D4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37C7D4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541641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A71ED0-82A6-44E9-8ED8-FACC8CC4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C3BDA-32D6-447D-BCA9-9AABF56E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74C74-418A-4544-A42F-90AAE5D4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FD9E7-4931-4A9C-A898-AA58917E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811AD-9C8D-43EB-84C4-F6CAA032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05ED8-EE74-4033-89B5-DFCB96C6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66619-4C6A-4D86-A710-ACBA9F04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246DC-A064-4F1D-905A-12E5CAA8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3C12F-DFE5-4D80-B172-C427AA13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C1BED-41D4-44AC-9483-D053B541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FF776-207D-4270-A83C-A282ECF6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3B7E4-ADB3-4EA0-8837-DDBC2D0F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A31A14-4EA8-4AD9-A77D-A500E8B9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69BD2-EE67-4071-9214-44653D61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40C15-ED7C-48DC-95A9-BE7B1BC3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EFF57-DD8B-471D-B326-13EB0888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0A5E2-4F60-464C-9A28-0FD8FA8A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4508B-C186-4B4A-99AC-FBDD6D9D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E8F7EB-2864-4946-93B1-B5EA6179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01276A-171E-4A0F-B10C-B7A6E446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C25D5-6847-4C77-B455-7C5BF9A5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779E77-C31C-4BA3-A45A-A4C1CD15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CF1070-93DA-47B4-89AA-5CC1F833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722F6-257C-4CD9-9D78-46EC8D8F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2E9440-FF30-46D1-BB9F-7009E363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3204DB-07B8-4189-8CEB-67A04C3F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DF5BC2-B061-4D21-8CEA-802E4B4F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0A0218-AE92-4945-83F3-1604F6F5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O U R   R E S E A R C H   O B J E C T I V 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E7D455-53BD-4311-B0B3-F0525FC3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00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我们的目标：沿用环境构建任务，但更严格解决 Dockerfile 复现问题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3F8F7D-4013-450A-82F6-DC719D12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Repo2Run 已经说明环境构建重要；我们的切入点是让 sandbox 中探索成功的环境，稳定复现到 fresh Docker image。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DFEA3A-5E50-46C6-9664-C2E7EF52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9B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6008C6-4AE6-4A0E-B848-F530E939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CFA7E1-2B8D-47D5-8083-7C37B586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任务继承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B3F81A-8914-4045-9CE7-628A35DE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2724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输入仍是 Repo2Run 风格的仓库与 commit，目标仍是生成可构建、可运行测试的 Dockerfile。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865449-18E7-4A06-9DCD-1037E96D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9B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5DDAFC-89B1-4FD3-853D-63756031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828383-2886-4670-8E1B-A71CB46A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098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验证加强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466C69-9545-4971-B0B5-38FEDA1C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09900"/>
            <a:ext cx="2724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不只相信 agent 在 sandbox 内的最终 self-report，而是在 fresh Docker build 后重新执行测试命令。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96B706-6675-457A-B3AA-7375E95A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9B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27477B-1431-4094-BF36-1555710A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5E8300-2BE6-4752-A369-19B171E3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核心创新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C2756E-0AE4-4CDB-9C20-37371F45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9900"/>
            <a:ext cx="2724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轨迹压缩保留 replay 证据；Dockerfile repair 在 fresh replay 失败后利用日志和轨迹修复。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1E66C1-EE25-4FD3-93AE-E9C29091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5305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一句话：解决“自动化环境构建”中最容易被忽略的最后一公里 - 交互式成功如何变成可复现 Dockerfile。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537720-92D3-40E6-9227-C2A171B1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CA604E-4EF8-4087-8A9C-727843B0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A98AA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8A98AA"/>
                </a:solidFill>
                <a:latin typeface="PingFang SC"/>
                <a:ea typeface="PingFang SC"/>
                <a:cs typeface="PingFang SC"/>
              </a:rPr>
              <a:t>REPLAY2RUN 工作汇报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1430AC-B1CE-45B1-8B1E-BBA301D5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627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8A98A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8A98AA"/>
                </a:solidFill>
                <a:latin typeface="PingFang SC"/>
                <a:ea typeface="PingFang SC"/>
                <a:cs typeface="PingFang SC"/>
              </a:rPr>
              <a:t>研究目标：environment construction + fresh replay reliability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407B87-AD32-451A-8B4B-A0A749FD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29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6B3A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FF6B3A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682046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E7523D-9FD8-402D-8106-A2F28A9E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62DAC-EB03-4950-A28A-62D756D1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F963D-8A43-4BB3-AF7E-65C0F455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F1E82-8917-44C9-8BBF-7F9808A0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7D599-749F-4047-A8BF-603CE20F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3B069-5F75-4976-9520-72D379BF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88A63-8EA6-42D9-BD4E-CD28BC74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97F35-6F9B-4B9C-A63A-6566E8C8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A3C56-B4FD-42D2-96C7-97BA34F1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1BD12-8B41-4802-BCFA-49E1F294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F1B86-6EA3-4D0E-9BBE-572268A9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68E70-6884-4AEE-9C98-41B1C8E5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EB4A8-D18D-4869-9428-BE6BCCEF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BC180-FE4B-4351-924B-0B2D5B00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598F0-10EC-458A-9F38-FC8A9C90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EF6DE-F300-4115-909A-D4CD2D05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A5C18-0A2C-4310-982B-33342592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A2338-5989-409C-819E-A91DA86E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C8D694-7395-44AF-BD01-9F27E7AD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5EC8B9-D446-4B88-A38C-E8530C06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6CAB6C-9107-43ED-8A49-3B2E6D0C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2F4CE2-49EC-4705-9041-E1DD01A3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563309-5C2C-4C75-96F3-EAC4CB8E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CFE3BF-8E45-461E-A245-26048616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6DB47C-7A75-4F23-9814-76B0A542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80EC48-D9F9-4040-8080-CAB89B1B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166A2F-A2D7-48F9-91B7-19454213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4C76B-F677-448B-9F85-955951E1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 E L A T E D   W O R 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EBAAE6-D44C-434D-819C-815C54DB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00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相关工作：任务来自 Repo2Run，Agent 形态来自 ReAct/SWE-agent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9C395C-C0B5-43C9-B8B8-3B000B54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本项目不是重新定义 benchmark，而是在环境构建任务里强化轨迹到 Dockerfile 的可复现链路。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7C4D9C-31B7-4C70-86E6-693E592F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9B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AA6940-C69A-4855-9CED-C9A36DE4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D9362E-BEA9-451E-9E5C-28910760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Repo2Run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76B58B-E438-41C7-991F-B515B69D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417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首次系统化提出大规模仓库可执行环境构建；指标包括 DGSR 与 EBSR。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18D920-32B7-4AE9-88BB-7D595157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417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B3A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6B3A"/>
                </a:solidFill>
                <a:latin typeface="PingFang SC"/>
                <a:ea typeface="PingFang SC"/>
                <a:cs typeface="PingFang SC"/>
              </a:rPr>
              <a:t>我们的继承：任务定义、数据集与测试可运行口径。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E63612-D217-4AAB-A004-5FB29FE5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9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350AD5-4306-4321-ABCD-5857B86A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5C0C01-2C1C-4B77-85F4-07B42635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5270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ReAct / SWE-agent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38D54A-97F9-4B79-A659-5B6DBDC1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71800"/>
            <a:ext cx="417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把复杂软件任务建模为 Thought-Action-Observation 的交互式搜索。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2D9A4E-4E18-477C-98C4-8C4365DE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33750"/>
            <a:ext cx="417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7C7D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37C7D4"/>
                </a:solidFill>
                <a:latin typeface="PingFang SC"/>
                <a:ea typeface="PingFang SC"/>
                <a:cs typeface="PingFang SC"/>
              </a:rPr>
              <a:t>我们的区别：轨迹不仅用于探索，还必须被编译成 Dockerfile。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A427A6-7C73-435B-837B-B1D4A251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9B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601E94-892D-4CE9-8F61-F762FAB3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DE1C21-06AB-4A29-B296-3FC0E100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SWE-bench 等评测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BFF660-0C98-485A-8774-A4EDA39B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417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强调真实仓库、真实测试和端到端验证。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604E1C-86A8-4B2C-8818-C8F43A3F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33950"/>
            <a:ext cx="417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E87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FE870"/>
                </a:solidFill>
                <a:latin typeface="PingFang SC"/>
                <a:ea typeface="PingFang SC"/>
                <a:cs typeface="PingFang SC"/>
              </a:rPr>
              <a:t>前提问题：很多仓库首先需要可执行环境。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7CFFFD-0A03-4C5E-B05D-4B124967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4335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9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3CE23D-4EDB-4530-9934-119ADDA8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43350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E443F5-3D3C-448B-8730-D86E1A94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5290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Trajectory reduction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D686D0-B884-478A-A9DA-5E4473ED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72000"/>
            <a:ext cx="417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长轨迹压缩可以降低 LLM 成本。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815B03-E38A-4BFA-8052-C31F11EA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33950"/>
            <a:ext cx="417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B84D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B84D"/>
                </a:solidFill>
                <a:latin typeface="PingFang SC"/>
                <a:ea typeface="PingFang SC"/>
                <a:cs typeface="PingFang SC"/>
              </a:rPr>
              <a:t>我们的要求：压缩必须 replay-safe，不能漏掉状态转移。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D2DD16-F4CA-48CA-B3A4-E82B2C81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A66A2B-D781-46CE-B1F5-BCE29DE3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A98AA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8A98AA"/>
                </a:solidFill>
                <a:latin typeface="PingFang SC"/>
                <a:ea typeface="PingFang SC"/>
                <a:cs typeface="PingFang SC"/>
              </a:rPr>
              <a:t>REPLAY2RUN 工作汇报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5242460-9849-45B6-AA59-964B5B1B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627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8A98A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8A98AA"/>
                </a:solidFill>
                <a:latin typeface="PingFang SC"/>
                <a:ea typeface="PingFang SC"/>
                <a:cs typeface="PingFang SC"/>
              </a:rPr>
              <a:t>相关工作：Repo2Run / ReAct / SWE-agent / SWE-bench / trajectory reduction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23F83E-9AB2-4385-BB89-29700318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29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6B3A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FF6B3A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769152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AFA850-E679-4089-99AE-8A3236CF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E5097-1C0F-48FD-BEDA-18DCCBC4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93FFD-9792-4706-812C-34E65B9B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CE236-A4DF-47FE-91F9-92C3878C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E4789-836B-4B77-B2B6-CA22D169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C78A8-FE8D-4FCB-BB45-6F615690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A8E86-F7D9-4803-BA27-3B0EA527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EDE9B-E920-48DB-8FF5-DD3BA7F1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220C5-4600-49C1-B364-DE07FADC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B1CCE-4879-4E37-A3C5-9705F00E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04A52-A347-4D43-AD10-7F8A9E1A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169EC-5FC3-493D-BA75-1CAA07FC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24F05-C1DA-41F0-8072-8C2CE578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41E48-F1D0-4BF7-B908-1803F15D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AF909-1E5F-4BA9-B003-EB5ED916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F43A8-CE1F-4D1C-8F41-FA71B887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F5B450-C288-4BB3-AF09-EDEF7DE3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B4BF4-3034-4DF0-93FB-07FD3F49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08D650-9366-4E73-B26D-B96C9562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E8F70-A1E8-4691-AC55-D637F950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860F8-2646-4A91-97E1-12781DB2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A362F6-372D-48B1-AADB-4527659D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B8F7F-EB78-4EEC-A9B2-AF3893CE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557A69-2328-4F40-9703-58EB4341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BDB999-9005-445C-9AE9-D298941E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FE5D09-8FB4-46FB-AC4A-7B467AA1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57F894-5CAD-4852-8DBA-CCD2C082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FB7303-0E2C-460C-9045-5B903E63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B0C3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9FB0C3"/>
                </a:solidFill>
                <a:latin typeface="PingFang SC"/>
                <a:ea typeface="PingFang SC"/>
                <a:cs typeface="PingFang SC"/>
              </a:rPr>
              <a:t>K E Y   B O T T L E N E C 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AAAA21-9C13-4F2E-B853-1DFA4935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00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 Repo2Run 延伸出的瓶颈：sandbox 成功不等于 Dockerfile replay 成功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C957A6-F854-40BF-97F6-9C0828F6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环境构建 agent 的轨迹混合了成功安装、失败尝试、只读诊断、文件补丁、runtime 服务和测试命令；合成时一旦重排或漏掉副作用，fresh image 就不一致。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4C66F1-5D49-4F0B-A6DB-605EE66E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9530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F1D107-40A4-4F78-A624-27E9247B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134DD3-251C-4784-82B8-E6A81A50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F3A9E4-5EA1-488E-B70A-D37CEB0E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66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2C85E4-3D95-4DFD-A6A5-DBFD2C0F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66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8440DA-EB60-4610-BF46-62BE5CB9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193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FB0C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9FB0C3"/>
                </a:solidFill>
                <a:latin typeface="Menlo"/>
                <a:ea typeface="Menlo"/>
                <a:cs typeface="Menlo"/>
              </a:rPr>
              <a:t>sandbox setup trajectory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8FC0C0-B297-4586-9715-46F9EEF3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E870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9FE870"/>
                </a:solidFill>
                <a:latin typeface="Menlo"/>
                <a:ea typeface="Menlo"/>
                <a:cs typeface="Menlo"/>
              </a:rPr>
              <a:t>+ pip install old-backend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B14B3A-6BE0-44F3-B7F6-FE1D19CE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6B3A"/>
                </a:solidFill>
                <a:latin typeface="Menlo"/>
                <a:ea typeface="Menlo"/>
                <a:cs typeface="Menlo"/>
              </a:rPr>
              <a:t>! pip install gym==0.21 &amp;&amp; pytest ...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1456BB-BB4A-4966-AA36-1F764205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E870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9FE870"/>
                </a:solidFill>
                <a:latin typeface="Menlo"/>
                <a:ea typeface="Menlo"/>
                <a:cs typeface="Menlo"/>
              </a:rPr>
              <a:t>+ pip install 'setuptools&lt;58'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DCEDAE-7D18-4436-9A86-1C70776E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E870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9FE870"/>
                </a:solidFill>
                <a:latin typeface="Menlo"/>
                <a:ea typeface="Menlo"/>
                <a:cs typeface="Menlo"/>
              </a:rPr>
              <a:t>+ pip install gym==0.21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2EAB7A-6878-48CC-83B7-1C08378F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E870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9FE870"/>
                </a:solidFill>
                <a:latin typeface="Menlo"/>
                <a:ea typeface="Menlo"/>
                <a:cs typeface="Menlo"/>
              </a:rPr>
              <a:t>+ sed -i ... site-packages/...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6C3B0D-0378-4090-A30A-86499B18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E870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9FE870"/>
                </a:solidFill>
                <a:latin typeface="Menlo"/>
                <a:ea typeface="Menlo"/>
                <a:cs typeface="Menlo"/>
              </a:rPr>
              <a:t>+ pytest --collect-only -q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10B321-46E1-428E-9175-101D7105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90A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890A8"/>
                </a:solidFill>
                <a:latin typeface="Menlo"/>
                <a:ea typeface="Menlo"/>
                <a:cs typeface="Menlo"/>
              </a:rPr>
              <a:t># sandbox: collected tests successfully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4A25C6-EFF2-4172-A473-043F35A2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9530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9070B0-2112-4E75-B591-FC354C30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E91A89-5A5E-4A4F-BE95-15B4E760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66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D8E0E4-17D8-4473-BFA0-AAD75C07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66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A4C511-C250-4F9A-8DF3-F2615443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66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C1C785-F066-4F1A-A3EF-DCA20A91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193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FB0C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9FB0C3"/>
                </a:solidFill>
                <a:latin typeface="Menlo"/>
                <a:ea typeface="Menlo"/>
                <a:cs typeface="Menlo"/>
              </a:rPr>
              <a:t>generated Dockerfile replay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364F86-89F2-4638-B634-44FC22CD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3845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E870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9FE870"/>
                </a:solidFill>
                <a:latin typeface="Menlo"/>
                <a:ea typeface="Menlo"/>
                <a:cs typeface="Menlo"/>
              </a:rPr>
              <a:t>+ pip install gym==0.21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6EE77E-443E-4C81-9B7E-89814744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6705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7F2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DDE7F2"/>
                </a:solidFill>
                <a:latin typeface="Menlo"/>
                <a:ea typeface="Menlo"/>
                <a:cs typeface="Menlo"/>
              </a:rPr>
              <a:t>- missing setuptools&lt;58 pre-step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ED1D798-1CB6-4BCE-9CE0-907E5D32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9565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7F2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DDE7F2"/>
                </a:solidFill>
                <a:latin typeface="Menlo"/>
                <a:ea typeface="Menlo"/>
                <a:cs typeface="Menlo"/>
              </a:rPr>
              <a:t>- missing repeated file patch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665D6A-041F-4FE6-ADCC-B472888A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6B3A"/>
                </a:solidFill>
                <a:latin typeface="Menlo"/>
                <a:ea typeface="Menlo"/>
                <a:cs typeface="Menlo"/>
              </a:rPr>
              <a:t>! docker build: metadata-generation-failed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8923DB-BFD1-4439-8116-7A98A0E0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5285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6B3A"/>
                </a:solidFill>
                <a:latin typeface="Menlo"/>
                <a:ea typeface="Menlo"/>
                <a:cs typeface="Menlo"/>
              </a:rPr>
              <a:t>! docker run: ImportError / collect error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2C1895-5D39-4C72-9DF4-F624EEF5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8145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90A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890A8"/>
                </a:solidFill>
                <a:latin typeface="Menlo"/>
                <a:ea typeface="Menlo"/>
                <a:cs typeface="Menlo"/>
              </a:rPr>
              <a:t># fresh replay failed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BCD715-9F97-468F-93BD-AD10C197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5285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E82B5B-8CB5-4C6B-BD21-DCB4337B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D3332F-7267-43FD-9FE2-E2F967CE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00700"/>
            <a:ext cx="962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这仍然是环境构建问题：不是测试没写好，而是 Dockerfile 没有复现出 agent 在 sandbox 中构建出的环境。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63A4638-58C4-458F-AC45-7054CAED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93A88E2-2517-4D5B-A142-2C7294E7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REPLAY2RUN 工作汇报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364206-C1B0-4A17-AB6C-FC287700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627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核心观察：environment construction includes replay synthesis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CC2A3D7-9CF0-4947-AA5C-CB56D47E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29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7C7D4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37C7D4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860953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54F981-9A72-454C-9EC3-EB853637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EEFEF-3BE4-4084-BAC0-AFC43D7E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F1583-BFD3-4F47-9DE8-A06F6442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2F2AC-308A-4DF9-B5C2-E7183AD3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BC4CC-84FE-4502-B1D0-D428B30A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AF7C9-2921-41F2-B7C8-3E670AE6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15B9D-4E16-4CDB-82DC-9285E9D8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C7C65-424C-4CEE-954E-E7DA2A08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157D4-C5C7-46EB-AE67-9CB8BBC0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A0F4A-2BF4-4563-95C4-DEBCA4E2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11E7F-2B37-413E-A178-13DDC73A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7D1971-D3BF-46F3-ACBD-FC50FF05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2E0BA-2F22-46BF-8C41-4DCDA2CB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ED57E-AAF7-4858-B879-6C8C5B15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37AC2-4CB8-441F-A97D-9350C395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26AB0-BA75-48BA-8500-C8A565ED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957A4-D100-4AAF-8A52-8282F92F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83AC5-CA2F-4B39-830B-C014FF40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A92263-D67C-4872-AAB5-1B627CBE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864E80-086D-4E1F-95FD-951BDF00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C3B081-DE3C-4F4A-89BA-46092EAF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FA6CDA-B362-4D20-85BA-306AA731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765247-7418-42E6-A134-0A93224E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03397B-97FE-47EE-BA4A-0F21E2FD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377B30-A03B-47ED-9FA5-0BF83FEB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571DD1-8DEC-4AE7-AAE5-D4A8E177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631F38-624B-4B5E-9D96-F91EA251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6C2E76-6305-4D21-8A3F-07D10962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 O R E   F R A M E W O R 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C28AB5-093C-45A9-9919-ABC37723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00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整体框架：面向环境构建的 agent + replay-aware Dockerfile 生成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8653AD-3807-476B-9717-80AFE335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Pipeline 从仓库输入到 fresh Docker 评估，每一层都写出可调试日志和结构化结果。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8693F8-899D-44B7-8C10-A68BB863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1762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6B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14FF78-F5BE-493C-BC9E-6160D7F0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176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1B8FE9-E09A-4D46-9B39-6686725C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A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6B3A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D609C9-CEC3-41A3-9DCB-E35C0030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457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Dataset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80842E-FC70-4858-A165-FB70B18C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4573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Repo2Run Table 15</a:t>
            </a:r>
          </a:p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repo / commit / label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92E01B-C82B-4953-A84F-4EDE6024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71875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AF2A2A-C7A0-437E-A54D-B908449B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CEB06D-2F98-4EE2-95FB-F5327499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571750"/>
            <a:ext cx="1762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7C7D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DD5A89-D1BA-4C28-92EA-F836C81B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571750"/>
            <a:ext cx="176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A990EC-8981-43CC-B017-E69E56D0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432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C7D4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37C7D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079196-B96A-4177-8A38-49622AB1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28950"/>
            <a:ext cx="1457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Planner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8B512C-BC83-44C2-84AD-C16018FC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390900"/>
            <a:ext cx="14573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Thought -&gt; Action</a:t>
            </a:r>
          </a:p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逐步配置环境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ADE33D-C41F-4ABD-9ADE-14851152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571875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28F376-FCE0-4A3D-BFE6-4483B7A5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893BA4-C05B-4197-826B-10231438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1762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FE87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FB08D5-C45A-4299-92DC-715F512C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176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10940A-5C61-4903-99E5-DA12B822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432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E87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9FE870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D23349-52B4-465D-AC4C-BF002B36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28950"/>
            <a:ext cx="1457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Sandbox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6A3572-BF72-4EB7-9398-E0FBC43E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90900"/>
            <a:ext cx="14573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Docker 执行</a:t>
            </a:r>
          </a:p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snapshot / rollback / logs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C3F5A3-8410-4815-AB46-A0B3B4BB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71875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E842DC-854E-4B66-9537-1A461B04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118693-58D6-466E-9CB1-F421D1D9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71750"/>
            <a:ext cx="1762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B84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4601E1-3477-47A7-B51C-D8BB3267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71750"/>
            <a:ext cx="176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C733FE-153A-4C94-AA2E-22345DB0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432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84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B84D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4AC4683-6961-471B-B793-342F5D7F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28950"/>
            <a:ext cx="1457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Evidence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44573B7-34FB-44AE-945D-7A8AB502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90900"/>
            <a:ext cx="14573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successful_actions</a:t>
            </a:r>
          </a:p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failed_actions</a:t>
            </a:r>
          </a:p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verified tests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0778AE-FE87-4797-8EC8-6B769319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571875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1D268EE-E4D9-4744-AE60-3584B715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AECDB33-A330-4681-8654-37F6F65D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1762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6B3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9F21DCD-FDBA-4D09-9042-FB09D604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176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C7C72B4-7258-4E35-A3F8-A40C23C2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A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6B3A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E6C23D1-6A75-4C74-AB5E-A72BD910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1457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Synthesizer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5B705E6-2AB9-4C9B-9AA7-2BD610FD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90900"/>
            <a:ext cx="14573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trajectory compression</a:t>
            </a:r>
          </a:p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build_recipe</a:t>
            </a:r>
          </a:p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Dockerfile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90C87E6-129C-4A51-83C1-A8DF66D9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71875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C1F4994-C4F9-49C1-A880-9C63ACCE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D2A3BB7-EB92-4328-9C3F-56D06BC9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571750"/>
            <a:ext cx="1762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7C7D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1344F70-0AFD-4451-A87C-14DDDCA4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571750"/>
            <a:ext cx="176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89EB259-6F32-407E-A5B4-26BE2C7D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7432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C7D4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37C7D4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9A5CBFC-A0E0-4010-9FDF-79A54A5C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028950"/>
            <a:ext cx="1457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Evaluator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8461029-C9F6-4D1A-A5F8-23FE824F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90900"/>
            <a:ext cx="14573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fresh build</a:t>
            </a:r>
          </a:p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fresh test</a:t>
            </a:r>
          </a:p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repair rounds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63F48A9-D366-4D79-AAD4-D71BC0AD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实现入口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60B0AF5-7A87-47B9-B451-02774323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095875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101827"/>
                </a:solidFill>
                <a:latin typeface="Menlo"/>
                <a:ea typeface="Menlo"/>
                <a:cs typeface="Menlo"/>
              </a:rPr>
              <a:t>agent.py  -&gt;  src/planner.py / src/sandbox.py / src/synthesizer.py  -&gt;  run_repo2run_benchmark.py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EF15AFF-0397-4FE8-A97D-358CE1B1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5A6A7A2-1A1B-4AE7-9376-64847A42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A98AA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8A98AA"/>
                </a:solidFill>
                <a:latin typeface="PingFang SC"/>
                <a:ea typeface="PingFang SC"/>
                <a:cs typeface="PingFang SC"/>
              </a:rPr>
              <a:t>REPLAY2RUN 工作汇报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73A6D06-4FCA-4F47-91D7-C7C8596D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627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8A98A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8A98AA"/>
                </a:solidFill>
                <a:latin typeface="PingFang SC"/>
                <a:ea typeface="PingFang SC"/>
                <a:cs typeface="PingFang SC"/>
              </a:rPr>
              <a:t>代码链路：agent -&gt; planner/sandbox/synthesizer -&gt; benchmark runner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1FD4448-65A3-4AC1-B380-B2C7360F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29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6B3A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FF6B3A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252489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1140B0-E7BC-4997-83BD-4AC47CB9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34AE8-42CD-4F93-BC61-AA07367D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8DB91-D031-4369-A3C1-EBDBCA1C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5A2FC-3BA6-4E66-AF36-500C76B3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E3F4C-AD43-47FB-A2E3-D0D6A24A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97700-C7D4-42FE-95BA-045DD700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B5246-DE47-41C8-89B7-18DB5B33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A5810-4C3E-42F6-9CBE-927AB043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D9E29-5D9B-4004-94C8-A67C8A5B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48162-01AA-4E54-8A35-DFF3BBCB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34353-BB23-448B-8161-E152D7D2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61CAF-9CDA-4E1E-9D41-A907C809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C5138-D244-4FCB-8C5C-1D45D02E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55341-1C26-4E0B-B209-603B5D8F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F5CB8-9A53-4611-A428-3C04CC5B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73D51-1CB2-4895-8231-ACB13E0B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B6ED92-C1D4-4184-907C-275C9DF6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2877D8-9FF0-46A0-8DAD-B1EB1798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0E91F-E611-44D5-8E55-AA847C51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29D89-34F3-4449-8BB3-5AD0EF5C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421951-27BC-499A-8462-3BEAAB68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BA5EC5-37D0-475C-A30A-C38692D8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6D53BC-8BF1-47CC-AC70-EA6EEBE3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E89767-4C30-4655-B612-616AD99A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666218-9AE0-4F28-AB75-DD7291BD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3A13A1-9102-435B-A661-9D961E90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9B1551-D299-4FE4-8863-F741C6D9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2A0064-6F07-48E1-B4CC-5D64C05F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E X E C U T I O N   L A Y E 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E76E48-7358-4C21-A4C9-0DEEFF9E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00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执行阶段先约束轨迹形态，降低后续 Dockerfile 复现难度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ABDBCA-FA92-45A4-A37C-EFBF9C30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仅靠 prompt 禁止 tail / &amp;&amp; 不够，executor 需要在关键场景强制拒绝危险命令形态。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61BB98-679E-4BD3-A66B-384726E2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3E83D5-DAD4-46C4-833C-816D3F3E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3924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Planner 输出归一化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A616F9-51DE-4198-91F2-4489256B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`&lt;think&gt;` 归一化为 Thought；每轮只保留一个 Action；目标定义改成尽量 pass，但核心是测试能运行。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D49A6D-2CD0-4FB4-87A6-C7B25675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FC6AD8-88CF-4B0E-8949-7F94680D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3924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Sandbox preflight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F72007-67BA-411B-A78F-44130EC1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拒绝 setup/test 通过 tail/head 截断输出；拒绝把环境变更和只读检查混在同一个 compound 命令里。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FF58E2-67DF-47E0-B757-400D3A64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CB9513-C5E2-49C7-9AEE-1A69AE28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3924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失败副作用可见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9CB41C-409F-4278-94A0-17400E92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482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失败的 package-manager 命令会提示 agent：该命令可能已改变环境，必要时可自行 rollback。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35E6A5-7CE1-46A1-944A-5786F878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19350"/>
            <a:ext cx="44577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8B4F62-47A7-4E46-9092-C00E9245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241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轨迹形态约束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90DEE7-DF74-498E-A859-38CFF4EB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575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6732F1-ACE3-4C5F-80D9-8332974E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14700"/>
            <a:ext cx="704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111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08111F"/>
                </a:solidFill>
                <a:latin typeface="PingFang SC"/>
                <a:ea typeface="PingFang SC"/>
                <a:cs typeface="PingFang SC"/>
              </a:rPr>
              <a:t>禁止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C3EBAC-750C-4142-B812-3F8A2D2E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956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7F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DE7F2"/>
                </a:solidFill>
                <a:latin typeface="Menlo"/>
                <a:ea typeface="Menlo"/>
                <a:cs typeface="Menlo"/>
              </a:rPr>
              <a:t>setup/test | tail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2C9A22-325D-4B38-AE1D-A2FA290A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147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F1730E-AE48-441F-B404-F694B38F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71900"/>
            <a:ext cx="704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111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08111F"/>
                </a:solidFill>
                <a:latin typeface="PingFang SC"/>
                <a:ea typeface="PingFang SC"/>
                <a:cs typeface="PingFang SC"/>
              </a:rPr>
              <a:t>避免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5A89B5-C3EF-4099-B97E-91C7D29D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528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7F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DE7F2"/>
                </a:solidFill>
                <a:latin typeface="Menlo"/>
                <a:ea typeface="Menlo"/>
                <a:cs typeface="Menlo"/>
              </a:rPr>
              <a:t>pip install ... &amp;&amp; pytest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5F1050-294D-4E4A-A756-CC823BE8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719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3CBC8A-2F63-40FA-B915-466FB655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29100"/>
            <a:ext cx="704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111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08111F"/>
                </a:solidFill>
                <a:latin typeface="PingFang SC"/>
                <a:ea typeface="PingFang SC"/>
                <a:cs typeface="PingFang SC"/>
              </a:rPr>
              <a:t>保留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64D385-25A7-4914-B61D-8D283A9C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1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7F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DE7F2"/>
                </a:solidFill>
                <a:latin typeface="Menlo"/>
                <a:ea typeface="Menlo"/>
                <a:cs typeface="Menlo"/>
              </a:rPr>
              <a:t>成功 mutation 的顺序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3169BC-8BFA-4C5C-8147-46BC46AA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291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68B58C-3FDD-4DE9-A168-0CAA78BF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86300"/>
            <a:ext cx="704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111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08111F"/>
                </a:solidFill>
                <a:latin typeface="PingFang SC"/>
                <a:ea typeface="PingFang SC"/>
                <a:cs typeface="PingFang SC"/>
              </a:rPr>
              <a:t>记录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1FF53F-125E-4C44-9884-8159E795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672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7F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DE7F2"/>
                </a:solidFill>
                <a:latin typeface="Menlo"/>
                <a:ea typeface="Menlo"/>
                <a:cs typeface="Menlo"/>
              </a:rPr>
              <a:t>失败命令和环境污染提示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991A98-0A0D-469C-AD0A-74B4C941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CD590E-129B-4927-8991-532BE38A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A98AA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8A98AA"/>
                </a:solidFill>
                <a:latin typeface="PingFang SC"/>
                <a:ea typeface="PingFang SC"/>
                <a:cs typeface="PingFang SC"/>
              </a:rPr>
              <a:t>REPLAY2RUN 工作汇报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571D5F-85CF-4CA2-AA1B-478417D4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627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8A98A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8A98AA"/>
                </a:solidFill>
                <a:latin typeface="PingFang SC"/>
                <a:ea typeface="PingFang SC"/>
                <a:cs typeface="PingFang SC"/>
              </a:rPr>
              <a:t>目标：让 trajectory 更适合被 replay，而不是事后猜测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25FD77-C972-4BE0-8355-3FBE60B1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29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6B3A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FF6B3A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53344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3D9931-61FC-4391-B8D0-5E6FA4D4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A767C-B5D5-4978-B808-AF6AACA7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072E7-3D17-438D-811A-5309D102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1C302-5305-441F-8311-F0D333D7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5B145-2BE9-41DF-B50F-8C406EDB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56F8F-6DA5-4DF2-A1CF-594607CD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91EC3-90B4-4E35-A34E-677B9E6A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9E8DB-E141-48E7-9503-DFF52ACF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7B383-D93C-461A-A5F7-1B11E2DC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FA4A3-2ED6-4D27-8EFD-CE66A024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60693-28AB-4797-A9B6-4715422F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95252-843E-4CAC-BB67-816DC56F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AA384-832D-497D-AD9D-1313A433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4FD9D-6347-4D9D-914C-FCD523DB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B93ED3-9E77-4842-8D4B-F1C374BD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FBC8A-191F-4098-8523-69A892A9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D12354-403F-423F-B61F-44E94C53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41DD8-FED2-433E-AB1A-81629C86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BDA9B0-448D-4AF6-B549-98DA5FB8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8DBCB6-FACD-442A-B7A0-84F5498B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931CCE-2EA1-4DE3-98D0-B040BCEA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3413B4-60F5-42D7-B61A-FD914068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4D4D3A-903D-4008-BD10-847B3EAB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F081D1-95E8-473E-A009-A8BCD93A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2397B-0541-454C-AD3E-A5FE01F2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468B37-5DEB-4D8F-9761-6F365C73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7CE1D7-3211-491E-8E98-566EF352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D63163-C3CE-42AA-BD98-FE90131B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B0C3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9FB0C3"/>
                </a:solidFill>
                <a:latin typeface="PingFang SC"/>
                <a:ea typeface="PingFang SC"/>
                <a:cs typeface="PingFang SC"/>
              </a:rPr>
              <a:t>T R A J E C T O R Y   C O M P R E S S I O 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9B8A42-9C52-4FDC-8203-83B7A029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00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创新点一：Replay-aware trajectory compression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9F5163-CAAF-4460-B412-C286967C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压缩不是把 Thought/Action/Observation 逐步复述，而是保留 replay-critical 状态转移，把无效探索合并成失败尝试摘要。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804FAB-AE1D-4DE9-8281-57CD053C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A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F8A6C2-D774-4D2B-95DC-2D7FCDC7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DDB648-AD5C-4241-A076-7DD684E9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原始轨迹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13B1CA-17D7-46BE-A651-880309E6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724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上百步 Thought / Action / Observation；包含 install、probe、test、失败重试、输出截断、局部文件补丁。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E4578E-2950-4751-AFA9-23BBE73C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A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38E41D-A5EC-4782-BDF5-D3967D73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DCA27F-4087-484D-822F-C6E70EF6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051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压缩策略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E4BB7B-EC6A-4D55-B58A-8D289821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05150"/>
            <a:ext cx="2724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连续失败尝试合并成 a-b 概述；只读 probe 合并；成功的持久化环境变更保持单步和顺序。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A2A3D2-A0E7-4626-9C25-C6ACD400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A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AC82CD-85A8-433C-A3FA-6E5D6A8D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EF4F61-9689-46E1-9DE4-E146D2AE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051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合成输入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9A7DCC-90C7-4CE8-9BD1-6C144270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05150"/>
            <a:ext cx="2724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提供给 LLM 的不再是噪声 log，而是按 replay 语义组织的 evidence ledger。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B5495D-5EF9-47C1-95BC-C130B0C0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7210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保留粒度：成功 mutation / 失败命令中的有效前缀 / 最终 verified test command / runtime-only 命令边界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3D60A6-92D2-45D2-A59A-DDDB883E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19AAE8-D1BA-48D3-9C19-6C239BB5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REPLAY2RUN 工作汇报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8E30E0-43EB-452A-AB57-D5592D59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627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压缩目标：降低上下文成本，同时不破坏 replay 证据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CB9C8A-23E0-4768-9CE7-B6194953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29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7C7D4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37C7D4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35999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A971AD-2507-488F-9118-5AD3F80B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66034-B3BB-4AB9-8078-1973A9CB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B58FC-FFD4-495E-A34B-9A65816A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E0FA3-649C-4575-96FA-F951350D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317FC-2408-4DC1-B3BA-84254567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8D20C-B2A7-4D99-8BA5-B18EB93D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D85C0-BB84-4879-9FD7-42B1DD92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855E6-3FCE-42C6-B3E3-7536E965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2196D-ADD0-4193-A5A3-95468468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4569E-446F-4AD3-8638-24D06735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CDAD2-D631-4411-B3DB-3B7DC260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D378F-AF5A-4347-8E3F-2ED82F45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DB066-7A66-41C1-A95D-DFFDA39C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A20ED-1B2E-46F8-A507-D1A14905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E3F75-11DD-41F2-95CE-A117F4BB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1BCBB4-55C5-4692-908C-49327203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864122-0417-4442-883E-83193257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43A749-C5FC-4C38-BCF6-0BF472C5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BCD971-4EF3-4D9E-B55C-7262B574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0410F1-022C-49E1-9699-4F02FB73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8EF9EA-A716-412E-9018-EDAF439C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F9F365-2E8D-4472-8777-9CAFF1E1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035173-AF55-456E-8D86-8A75B9FE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75525A-2559-42D6-940A-AB099B9C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0A3943-BF80-4B53-880F-F5C0038A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47D2A8-F54F-422C-B807-4895FE3F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A056D5-2B6F-4918-861F-8D81ACA5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6FC767-2513-4ADE-BF4E-5A07AD03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D O C K E R F I L E   S Y N T H E S I 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A7D3CE-4DE4-4254-A81D-DE4A0437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00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创新点二：Trajectory-first Dockerfile synthesis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0D89B5-11E9-4603-B3D6-94875CD6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LLM 不再被允许“重新设计一个干净 Dockerfile”；默认遵循 agent setup trajectory 的指令顺序。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68A9F5-7909-4C90-8391-E2A29E81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668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9B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B55947-DE8F-4C8E-AB9A-59F3BDC5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2057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E7"/>
          </a:solidFill>
          <a:ln xmlns:a="http://schemas.openxmlformats.org/drawingml/2006/main" w="11430">
            <a:solidFill>
              <a:srgbClr val="9FE87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BDAAA2-91DC-44CF-98FF-984391B5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718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FE8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9FE870"/>
                </a:solidFill>
                <a:latin typeface="PingFang SC"/>
                <a:ea typeface="PingFang SC"/>
                <a:cs typeface="PingFang SC"/>
              </a:rPr>
              <a:t>保留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B4B71B-4840-43D9-8798-B18261A2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成功且可能持久化改变环境的命令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F7491A-881B-4216-8A03-A5527891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2057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1430">
            <a:solidFill>
              <a:srgbClr val="FF6B3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F09A3F-37AD-4A10-83B9-3F31577A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718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6B3A"/>
                </a:solidFill>
                <a:latin typeface="PingFang SC"/>
                <a:ea typeface="PingFang SC"/>
                <a:cs typeface="PingFang SC"/>
              </a:rPr>
              <a:t>删除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97281F-D1A5-402B-8212-DAAA5046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71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能明确证明不该进 Dockerfile 的命令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91C54E-2F9F-49CD-835E-F39B51F9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2057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9"/>
          </a:solidFill>
          <a:ln xmlns:a="http://schemas.openxmlformats.org/drawingml/2006/main" w="11430">
            <a:solidFill>
              <a:srgbClr val="37C7D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67FFE9-DF3D-40FF-87A9-2471C242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718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7C7D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7C7D4"/>
                </a:solidFill>
                <a:latin typeface="PingFang SC"/>
                <a:ea typeface="PingFang SC"/>
                <a:cs typeface="PingFang SC"/>
              </a:rPr>
              <a:t>隔离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C21001-EC01-4E4E-9A23-F243722C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71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runtime service / test command / read-only probe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DC22FB-3BAC-4C2F-B92E-1C2C79C8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24150"/>
            <a:ext cx="2057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0193B3-657B-4AAE-A3AB-421DD4C1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718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84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B84D"/>
                </a:solidFill>
                <a:latin typeface="PingFang SC"/>
                <a:ea typeface="PingFang SC"/>
                <a:cs typeface="PingFang SC"/>
              </a:rPr>
              <a:t>兜底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52BA72-9738-420C-A784-3581FA21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71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LLM 输出无效时走 deterministic fallback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75DCA9-B023-4970-9287-F5A0052A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核心规则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2CC1AE-2991-45BE-874C-C2FEA1B4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720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只有能明确证明它不该进 Dockerfile，才删；不确定的成功 mutation 默认保留。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46FAEE-A390-4A59-B0ED-8D445C6F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961F1-4990-4992-9F59-00CD3348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A98AA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8A98AA"/>
                </a:solidFill>
                <a:latin typeface="PingFang SC"/>
                <a:ea typeface="PingFang SC"/>
                <a:cs typeface="PingFang SC"/>
              </a:rPr>
              <a:t>REPLAY2RUN 工作汇报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13F4D0-2A91-493D-B44A-DB8B8235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627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8A98A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8A98AA"/>
                </a:solidFill>
                <a:latin typeface="PingFang SC"/>
                <a:ea typeface="PingFang SC"/>
                <a:cs typeface="PingFang SC"/>
              </a:rPr>
              <a:t>synthesizer 原则：少优化、多复现、严格保持顺序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507DE4-D8F8-47D9-8F46-DE78F1EC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29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6B3A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FF6B3A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512955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6F4E43-1000-42FF-8F61-AE72D67D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CFB59-0E58-4ACB-B029-BA96E387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90462-A0C4-4444-99E5-D4649B19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1DEF6-F87B-4821-A0BE-71420F9B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BB838-2B92-4449-A133-56982105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A26FC-DF3C-481A-9589-D0C4527D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FBE85-7B6E-46F8-AB7F-CB27DF65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CB782-0058-4C17-BEC8-DBECC0DD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20040-94BC-414C-9FA6-B78614DA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31105-EDA5-459F-9E8A-183DF790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FB883-3935-4829-9AE2-688B3329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033A7-DC44-498A-A2BB-1A72765E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26482-EF83-4C21-AFDF-069E24EA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936CA-D77D-4C2C-A809-9F2984E0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AA39E-7994-449F-82DB-8A38CB43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1A9CB-5E52-4593-A223-A2E7BDB5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B43FCF-86C4-4EBF-8185-938DCD3A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2C0B7E-B4BA-4F65-8DF3-6CB8D7DF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1B807-7994-4601-AF88-F014F58A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BA9CD7-A373-46A5-835F-6C364C38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6C659C-DC91-462E-B5E5-F9A3B439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D7527C-BDF4-4347-8B05-06B0FFB5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149E9-5D98-4A2D-93A3-059F090E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D1D72C-1781-45FB-BCBD-683639BC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831694-0B54-426B-A685-D73484C5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21D57F-C6DD-467F-8B2C-9B3039B8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FC91DC-AB2E-4427-A8A5-42CFD4B3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9D1CFA-FCE4-42BD-8578-55DBBDB2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B0C3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9FB0C3"/>
                </a:solidFill>
                <a:latin typeface="PingFang SC"/>
                <a:ea typeface="PingFang SC"/>
                <a:cs typeface="PingFang SC"/>
              </a:rPr>
              <a:t>R E P L A Y   R E P A I 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3BAC78-6287-4CC9-AE68-76A421BD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00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创新点三：fresh replay validation + bounded repair 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F91099-5FA9-40CA-AB21-D70A5194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生成 Dockerfile 后，必须重新 build 并运行测试命令；失败时由 repair agent 只改 Dockerfile，不重跑 sandbox。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C63437-FBD1-4779-96DD-A24BD19C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057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13335">
            <a:solidFill>
              <a:srgbClr val="37C7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47E883-B653-4D8A-8B43-DBAA6218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057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8CF741-379C-4EF6-ACE8-E9433796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C7D4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37C7D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E40EF5-07EF-4136-8C52-BA1720AB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Dockerfile.eval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8E8DAB-9F92-40D3-9CB6-6F078DCA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752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来自 build_recipe</a:t>
            </a:r>
          </a:p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包含 build/runtime/test 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6601A3-F90A-4BE5-AE28-B9B39C1D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5718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BB6F05-4563-46CE-8088-0FE29CE9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3CAD2B-7075-49D8-B0A1-7205744E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67000"/>
            <a:ext cx="2057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13335">
            <a:solidFill>
              <a:srgbClr val="FF6B3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D54F3B-AB29-4DF2-BAD1-53427E64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67000"/>
            <a:ext cx="2057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BF55CC-3D14-410E-9E36-964FD07E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384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A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6B3A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E03849-6514-4168-A903-882F13B3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docker build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80BCFB-EC8B-4543-A296-469B1C36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86150"/>
            <a:ext cx="1752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记录 build stdout/stderr</a:t>
            </a:r>
          </a:p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判定 DGSR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5A670D-44CB-45A1-8C86-682280F7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5718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629F38-1862-4DFF-95E0-29EA8E48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501C8D-98FF-4AC3-BDCE-98A1508A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67000"/>
            <a:ext cx="2057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13335">
            <a:solidFill>
              <a:srgbClr val="9FE87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CD3054-597A-4CCD-95DB-9C1AF827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67000"/>
            <a:ext cx="2057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3617A6-B467-4A2F-91B2-C3941127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384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E87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9FE870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223F76-B8C6-4528-9366-09A8C767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2420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docker run pytest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53911A-9500-4B06-A6A9-8A327047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86150"/>
            <a:ext cx="1752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执行 Repo2Run collect</a:t>
            </a:r>
          </a:p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判定 EBSR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E6C5CD-FA56-4E12-813F-F5E82CB6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5718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CE881F-5AE5-4759-90B0-EA0E7687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288BA1-7BC7-4682-86F0-B7B79BCD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67000"/>
            <a:ext cx="2057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13335">
            <a:solidFill>
              <a:srgbClr val="FFB84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4B0B20-0647-4658-AAB9-4C291321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67000"/>
            <a:ext cx="2057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29FCF5-E11C-4498-B3F3-7FD1C2CA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384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84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B84D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9FC870-E60A-458F-B904-2675D87C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2420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Repair agent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294F639-901F-4AB5-BC35-97F830C2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86150"/>
            <a:ext cx="1752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输入 Dockerfile + logs + trajectory</a:t>
            </a:r>
          </a:p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最多 N 轮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AF76F8F-5BE7-4AC4-9F86-0851A8C4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5718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10050BA-EF9E-4DF9-9AD6-F0940F03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BEF1BED-BD71-4F84-9440-95E4CBD6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67000"/>
            <a:ext cx="2057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13335">
            <a:solidFill>
              <a:srgbClr val="37C7D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83703E0-E585-4698-864F-AD6448FE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67000"/>
            <a:ext cx="2057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1314F42-ACB0-44F7-8788-D02404D8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384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C7D4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37C7D4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F64618A-4222-4D0A-A134-E1B425C2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2420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重新验证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1F176A3-DA9C-4597-B90C-799F98AE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86150"/>
            <a:ext cx="1752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每次 repair 后 fresh build/test</a:t>
            </a:r>
          </a:p>
          <a:p xmlns:a="http://schemas.openxmlformats.org/drawingml/2006/main">
            <a:pPr algn="l">
              <a:def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不信 agent 自报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519BDF-75A9-47D9-82A3-0BC3BFD1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2920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A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7B04ED1-2FEC-48C4-98EE-4170E160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292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1E9697-43E5-4CA3-9CC6-A6DF76F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57800"/>
            <a:ext cx="358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Repair 约束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00703DB-54A2-4EC7-B255-9BA47D62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57850"/>
            <a:ext cx="3581400" cy="-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优先恢复被漏掉/错序的 trajectory 命令；不要引入和 agent 轨迹无关的新 setup 策略。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7335C47-DAE8-4156-93D7-006A1261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2920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A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B07ABA8-C1BE-46A0-B366-BFCB4010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292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E92F0D9-18F5-436D-A6C9-18E420CF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57800"/>
            <a:ext cx="358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工程收益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B8917A2-D00A-4BFF-B421-80F156F2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57850"/>
            <a:ext cx="3581400" cy="-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失败样例可以从 Dockerfile 阶段重评估，避免每次都让 setup agent 重新探索。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61A0E45-ED18-4E9D-8E54-3D9C602A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BFEBA9E-3734-4BD7-84A7-5C835B41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REPLAY2RUN 工作汇报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6BB74E6-C8EB-4020-9A1F-54C2BC98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627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repair 目标：修复 replay 失败，而不是重新求解整个仓库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66254FD-C872-44C7-BBD4-747CE996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29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7C7D4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37C7D4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3762022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C3B112-E3AA-4CA6-B286-99D12815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EEC66-C4CD-4E58-B819-AC5851B7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35555-D5AE-402E-9C02-3F0E277E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3C11D-7329-4DAB-812F-1DF3536C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55B1D-3289-492C-8798-917BF552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95E0D-0FF0-4D43-8A21-F0E94988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ABD59-D34D-4196-879C-BE40ED94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DA610-F726-4397-A7F8-7201359A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FDD86-6BE6-4E22-A526-F06F6614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7138B-039F-4015-A683-EB517697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C62E5-957B-4C6A-A5CC-E4A144C7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FFAEE-5B40-4A24-AC36-A359DA5D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866BF-ED4F-4E3A-BEA4-A686BAF4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88C6AB-24CC-429E-9F65-240D310B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7B4DD-C0CD-4A71-A885-692B916B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A958C-331B-49B5-8CC8-84D36785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6CB71-6BFB-4AC8-BF67-DFB750F3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EE9C1-0366-4989-8846-AAD5E070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98920-FE71-4C7D-AB88-B396E3A8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EE7B3C-E706-4EE1-898C-F01045DC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ECA60D-D9EE-42AD-AFD6-F216BD93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4E187D-0531-44D2-B372-72F89A27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C2E0F1-02C8-43AC-8F6E-3A2ADB1F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09FFCF-27B9-41B7-8C6A-F4C5A472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CA6981-1DC3-4CB4-9C56-4EF48E9D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1F70AC-260C-4159-A840-A8B87ADF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EAF192-2532-4194-9D39-96477FAD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3CCF8A-2ECA-4040-AD85-A30E5B65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E V A L U A T I O N   D E S I G 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91ABDF-DAFE-4B56-AECD-C8092DE3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00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评估逻辑：以环境是否能构建、测试是否能运行作为核心标准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FE670C-7BD5-40F2-8ECA-44C8B40B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沿用 Repo2Run DGSR/EBSR 口径，并在本项目里额外执行 fresh Dockerfile build + fresh test。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593D2F-1AB7-4EE5-A651-1F38AFE9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057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DEBF90-5414-441B-ADC2-81E9A2FC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阶段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24EBEC-FAEC-4A10-B1D9-28DECCDB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5745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判定对象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890F46-CF46-4100-A6A8-F0D7ACCE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574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成功条件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502CD9-E0E7-4B68-BF68-02B84970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57450"/>
            <a:ext cx="3562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输出证据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4E3120-ED90-4BBB-AB7E-E322CE6F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DGSR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19308A-3C1B-44C8-95B3-24646A97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480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Dockerfile.eval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8EB50F-6827-4A73-9E23-1AC63016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48000"/>
            <a:ext cx="280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docker build 成功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0C5704-13D1-4D1A-B8A1-941784E1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4800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01827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101827"/>
                </a:solidFill>
                <a:latin typeface="Menlo"/>
                <a:ea typeface="Menlo"/>
                <a:cs typeface="Menlo"/>
              </a:rPr>
              <a:t>build_stdout/stderr + benchmark_run.md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1A75DD-BB36-46C6-9352-C4220C21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2FB864-4D53-41BB-8A63-997175EF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EBSR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480936-12B1-40A8-AC73-4E21E8CF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3855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built image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1D02F2-177C-4603-B280-7D308ABE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280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pytest collect / test 有效执行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878EF0-3D5F-4AF6-9F10-354527E4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3855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01827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101827"/>
                </a:solidFill>
                <a:latin typeface="Menlo"/>
                <a:ea typeface="Menlo"/>
                <a:cs typeface="Menlo"/>
              </a:rPr>
              <a:t>test_stdout/stderr + classification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3CC75C-9E7E-49D1-BEE6-0677A53A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E471C1-7D06-4A5F-8F93-B5403586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Repair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6E3A74-7839-4B83-8280-A3045D4F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291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失败 Dockerfile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965B88-DB8C-41CE-92B7-3592C1DC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29100"/>
            <a:ext cx="280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修复后重新 fresh 验证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096645-55A2-4306-9791-F4F7741B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2910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01827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101827"/>
                </a:solidFill>
                <a:latin typeface="Menlo"/>
                <a:ea typeface="Menlo"/>
                <a:cs typeface="Menlo"/>
              </a:rPr>
              <a:t>dockerfile_repair_round_*.md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4A69D3-20A7-4D9B-A67C-316EF648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A97C7E-956A-41FE-8A53-6D7C1971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关键口径：EBSR 不等于所有 test case passed；环境构建关注 tests 是否能真正运行起来。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F64BA5-9241-4ACC-91DA-EDAAABC4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9EF4AA-A6B5-4F44-A860-83C79393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A98AA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8A98AA"/>
                </a:solidFill>
                <a:latin typeface="PingFang SC"/>
                <a:ea typeface="PingFang SC"/>
                <a:cs typeface="PingFang SC"/>
              </a:rPr>
              <a:t>REPLAY2RUN 工作汇报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C993E1-CB32-4C9D-BEA3-60811209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627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8A98A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8A98AA"/>
                </a:solidFill>
                <a:latin typeface="PingFang SC"/>
                <a:ea typeface="PingFang SC"/>
                <a:cs typeface="PingFang SC"/>
              </a:rPr>
              <a:t>评估脚本：run_repo2run_benchmark.py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5EF3C7-C345-4BF8-A7B7-7791A56C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29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6B3A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FF6B3A"/>
                </a:solidFill>
                <a:latin typeface="Menlo"/>
                <a:ea typeface="Menlo"/>
                <a:cs typeface="Menl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7548993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224E86-CAD6-4959-9B53-99480F1F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25DC6-D38F-4D5E-9FDD-A37179AC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E1E34-224D-4D84-B190-290638A8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114EB-B15F-4546-9B95-403FB513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CE6F0-4E6A-4AFA-9E25-87A053D0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B6A3E-A769-43EF-8C28-5935C1B4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86759-CD27-4D0B-9D12-84295563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61ABF-F690-44CA-B5ED-AFDD6EA4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F3508-38AA-49BD-9899-B86CED01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4C963-0D2B-4CA5-AECD-F1C7E367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7FBCC-0527-4B7F-B89F-D63F961D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0ADF1-CDF3-418F-B8D4-DA6E239A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DCE25-5243-43D0-A372-93278C28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1D76B-F9B8-40C5-9A7A-978E0160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D5162-95DE-44AF-86B1-0A54A1D7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8BF852-8192-4362-A50A-E072E8BE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721ADC-C5AE-41EC-9442-576FE8FA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2A1413-7056-4537-9035-75036BFD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917DF1-0BED-4A6B-A2E3-C34708A9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4FC80-EEB6-4EC5-BCE2-7DB215C8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7BE314-225D-485B-9DA3-9918367C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342346-A853-46BA-B7F9-F52628AE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BEEB7E-7A74-4BE7-8DDE-5065F1D0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78C06F-FA9F-4E4D-9122-394BA12E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F71E6E-6FBB-493B-8F0B-1454F90E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3A66F6-4B25-4B2B-B8E1-29191347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12917A-279A-426A-AA95-186D347C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F6EC22-70E0-4B7F-8D7D-2F3A0FF8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B0C3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9FB0C3"/>
                </a:solidFill>
                <a:latin typeface="PingFang SC"/>
                <a:ea typeface="PingFang SC"/>
                <a:cs typeface="PingFang SC"/>
              </a:rPr>
              <a:t>C U R R E N T   R E S U L T 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111331-E434-4581-A743-8208B728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00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当前实验快照：85/420 条已有结果，EBSR 70 条成功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7CDA5C-9B05-414F-BD0B-A8A537B0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统计来源为当前 outputs/repo2run_benchmark/results/*.json；不是完整 420 条最终实验。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3DF877-3C48-4905-91DD-189AF9A0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A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2F4D43-2245-4DE0-9211-7A4DC40A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431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BEF361-B1A0-43AD-A87E-7188BBEF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634" y="255344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D19D06-A0F0-4B30-BB3C-47D47E2C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500" y="258395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4F9361-76F3-4644-B40A-3AEFD51F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38" y="263377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802835-29DE-4555-AEC3-72405A0E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901" y="2701393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F1CFA4-634F-433C-B055-736C85FC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257" y="278474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2F1C7B-334E-4DA7-95CC-A1B3AF02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871" y="2881313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C7A26C-6811-4EE6-AB77-AA899CC1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691" y="2988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E7EC4D-BF1C-47CC-9114-4E0EEA5A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201" y="3102016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81ECE3-90E1-4FA1-AEC4-AA501508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2194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543DC5-DFA9-4550-885A-251F869B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201" y="3336884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03B029-B87B-4042-B53A-A25980FF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691" y="3450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6AC816-2B92-4264-AC07-3046BD74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871" y="3557588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E4B27E-BD59-472A-8958-54268329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257" y="365415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77157B-07C6-416F-A759-14B83E88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901" y="3737507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DD3AD1-A6B2-4347-810F-3B18BC74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38" y="380512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715133-A5F6-48E4-AB0B-8E2CEA90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500" y="385494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B10D45-D2D2-497C-BD68-FBA760C8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634" y="388545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8E4664-9EA1-448C-BFFC-6DA82991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95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9EAC45-36C8-4553-936A-7ECAB832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766" y="388545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9382D1-6865-4FFD-9A7E-0833CC42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900" y="385494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A3E262-F4E3-4122-B7E6-C41F7BA0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3" y="380512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AA2BA32-4551-4B2B-A42B-EF1736D4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499" y="3737507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9439CC-388A-4BE7-995F-7E2FC237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143" y="365415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492E149-5898-41D0-ACB1-ABA4EEF5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29" y="3557588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9618D0-E4B4-4C9B-9C85-6C3C68D6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709" y="3450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6E804E-C082-4F5B-B208-8E407187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199" y="3336884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CCE3DF5-DA44-4003-9C44-C55DF0A9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2194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5AAF2FD-1852-4BB3-8CF8-4E2BBE92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199" y="3102016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28DEE25-B128-4CFE-AC60-C0EE394C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709" y="2988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911F4ED-9537-47D7-9987-CC26BC0A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29" y="2881313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4BAE337-12AC-4A6A-86B7-42DD2A3D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143" y="278474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504A3BA-7765-4188-9567-B0004540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499" y="2701393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8FD3F5F-FF33-4967-BA7F-04572E6E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3" y="263377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BC2FB34-AFEF-4FDC-8EFF-319E4339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900" y="258395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19D30D4-185A-4275-ADB9-ECFF49DB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766" y="255344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72E5879-F602-4068-BFA0-2512F65A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20.2%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B1F16BD-82A3-4F03-B6E7-79BA0E45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覆盖率 85/420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7652ACF-950B-41CF-871C-6DF9BBBE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812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A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B953DDB-10FF-43DA-814E-0F12EDE2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431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3091EA6-C236-47B9-8F84-29D50E6F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6484" y="255344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EF1994B-255B-45D4-96FC-F2B2F86C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350" y="258395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138325C-3DBE-40C4-B2CE-A53CA4A3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263377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A1E4C27-9DC5-43B1-AE02-5A361D0E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751" y="2701393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8282DCA-4595-4881-84D9-AAE4ACF9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107" y="278474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1E96313-A6A3-41A4-AC6B-089D1912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721" y="2881313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5B50C2D-3AD5-4242-90F5-2ACC4172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541" y="2988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BD218A1-2BA0-4689-9DAB-B2B503B8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051" y="3102016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31E1BAD-56D2-4AC9-A14F-642F1952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194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6B1A494-5C9F-4CA9-AA42-DCD9D44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051" y="3336884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C4B136-C884-46CB-B6BD-E0DA8F6E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541" y="3450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F05C0E3-917C-468B-9481-12038E45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721" y="3557588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75075F7-4DEF-4EA8-B04A-C1EE4AAF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107" y="365415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73BA4BB-C7C5-4A4B-860F-05666973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751" y="3737507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0FEC191-7508-444A-9013-207E5C73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380512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87CA1DD-19B9-4595-9133-C90F8E93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350" y="385494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C27817C-A78C-486C-89FB-FEB73E64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6484" y="388545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8CE4172-C6D1-40F2-A67C-D9F30893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95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2F36EF4-DB4B-4306-BFAD-78D124EA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1616" y="388545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42FBBF6-A14D-4917-883F-2C227B7D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750" y="385494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DE02C0F-776B-4728-8DFD-A6FA6E5B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380512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6DE663A-F6E1-43FC-80FD-DE63409A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349" y="3737507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5684C6D-69D9-4CF1-B137-82266F97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993" y="365415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DF13659-A819-4D94-A7ED-6B77E3F3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379" y="3557588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D6BFCF3-5F99-4BD4-95E7-9D90B4C3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559" y="3450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E62704A-5AE8-459E-BFFA-DD1163E4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049" y="3336884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67A2743-1DDE-432D-A8C7-7CA66466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2194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D9478C8-3BD7-4122-AAED-37A6145D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049" y="3102016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E8D0DCB-C4F2-4B1E-A79A-9926E49F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559" y="2988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3C29935-C71A-43FD-A225-4AD16AAC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379" y="2881313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5456670-8152-4341-BA45-C14E6273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993" y="278474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76D23BD-C63A-4672-A8CF-046947CD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349" y="2701393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01C13D3-652C-4B52-A010-84DC4B21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63377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CCC01A3-DAA5-4541-BD2E-36117595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750" y="258395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A653D85-067D-4BBC-8F6A-794BBCCF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1616" y="255344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7A1C24C-1A56-4399-8A11-7D313233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575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89.4%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A0A301F-72A4-4CA0-AD22-8B5A553E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528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DGSR 76/85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6EBDB20-EBC4-4142-BF40-18D4BE55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812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A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10147C6-6B54-4149-A5CD-F98AD7C2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431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70EC6F5-AEEB-4604-91AB-DFDB6799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334" y="255344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1F14CA4-E233-4ED1-A164-577EFA02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9200" y="258395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8888AC6-64F3-411B-B886-7D632E6E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263377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43347BE-CF36-4BB3-B31C-4E2421B7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601" y="2701393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A38EDE5-4212-4D41-AA34-515F5891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7" y="278474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19C3DE8-D77F-4ADE-B5AF-ED6A3911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571" y="2881313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C6D4C78-E24E-4579-A5A7-9716A129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391" y="2988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4F7EFDD-BF12-4413-B161-D18D5200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901" y="3102016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9AA25C6-7B3E-4D72-AF22-93DAC0C7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194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222B716-589C-4681-B23E-AEE62F69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901" y="3336884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F8EBDA8-5A87-4E91-A3E1-16E728B0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391" y="3450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CBA226B-E3D0-450A-9C2A-98D0FFD8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571" y="3557588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ABF0475-B5BF-473A-94C8-42C9220C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7" y="365415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959080A-4036-4B7B-9507-452AE7D4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601" y="3737507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F9FA3E3-C841-4F2F-A322-C0B18D6F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380512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6A3CE87-CA53-4BD0-A180-E52E4BC9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9200" y="385494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79CABEA-0364-4B1A-806F-CF896683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334" y="388545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91EFD53-D06D-4C51-832F-5920758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95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D9C31D9-2578-42AD-B5F1-7D863AF9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466" y="388545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23FBFE7-4E25-478F-AB6E-347386D6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600" y="385494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12EC7E7-D794-404D-A391-B8D55E77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763" y="380512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C5EC9E7-2267-4AF5-8761-422B6E78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199" y="3737507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09E9AB3-6792-4C71-AE75-7F44A3FA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843" y="3654151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F044391-72B9-43A4-83F3-AB5DD386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229" y="3557588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7E7F775-0E4B-4ABF-A2E7-CF23BD76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409" y="3450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D25B1FB-17AB-42DE-B135-B0180783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899" y="3336884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82E2631-5CCD-4063-83EB-374F10BE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2194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EA6BE8F-01FA-4E4F-80FA-9516EED7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899" y="3102016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30E18CA-7BA8-4D96-B7A5-145B6899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409" y="2988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5A0A952-18DE-429D-8551-4E41C536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229" y="2881313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F9DDC54-8F7A-41EE-9345-B8C2AFF5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843" y="278474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37EF93D-F7E5-4864-8FA6-3C5CB661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199" y="2701393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D6520EB-D0A7-44AB-A8F8-544DF87E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763" y="263377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40E0E0E-4A06-47D7-B10A-30F0BFF6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600" y="258395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E12E663-8E53-40BB-BCFE-F2CC029E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466" y="2553449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222F1DB-C75F-4B9C-9031-02DB8D59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575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82.4%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0FC4F89-0C72-4F92-B246-F319FA21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528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EBSR 70/85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3FF38F8-7E0D-491B-BB7A-53BC4D02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34290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A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33AEF1B-8BEA-4830-BCA3-C6844B2C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Execution status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80A7F96-2374-48B7-9643-57B8E942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76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environment_built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1F5827FB-5168-4F7E-9DBA-98A44E6E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527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9F2F33E-7DD6-4492-8FD0-5A4FF804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52775"/>
            <a:ext cx="705971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1ED5F59-18BF-46CC-96C4-95E5A60D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0956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DE7F2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DDE7F2"/>
                </a:solidFill>
                <a:latin typeface="Menlo"/>
                <a:ea typeface="Menlo"/>
                <a:cs typeface="Menlo"/>
              </a:rPr>
              <a:t>70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E5C7D478-2694-4189-8ABC-97504011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671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76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test_execution_failed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E6808E3-E675-4AC8-88FF-F68044CD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51472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FF15CF8-70D7-4492-9860-A8503ABA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514725"/>
            <a:ext cx="6051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B99D765-F3CA-494E-A2E0-CF1631F4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4575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DE7F2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DDE7F2"/>
                </a:solidFill>
                <a:latin typeface="Menlo"/>
                <a:ea typeface="Menlo"/>
                <a:cs typeface="Menlo"/>
              </a:rPr>
              <a:t>6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5E68F47-BB0C-4C7F-8B23-97C280F0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290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76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docker_build_failed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193291C8-852C-4FB6-BCF0-0FEFA4AE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76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ACDC4EC-3718-409D-B46E-70FD35BA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76675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55794D2-962D-474C-B63B-85C59111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8195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DE7F2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DDE7F2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45C3872-AF7C-42F2-AF7E-273B0657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910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76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dockerfile_missing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1F5F86A-DE02-43C3-94FB-2F7BE5A9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23862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4BBACB2-36FB-4386-894C-FD4018BE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238625"/>
            <a:ext cx="8068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C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E51C45E-A07D-4895-958F-32892F3C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1814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DE7F2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DDE7F2"/>
                </a:solidFill>
                <a:latin typeface="Menlo"/>
                <a:ea typeface="Menlo"/>
                <a:cs typeface="Menlo"/>
              </a:rPr>
              <a:t>8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D082C14-2900-464A-9DBF-FFEBE52D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67350"/>
            <a:ext cx="796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当前结论：build 成功率高于环境成功率，主要差距集中在 test replay 和 dockerfile missing。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89062B5-7905-427B-9F57-AB9C7E15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39D3C09-B74E-4D0E-90B3-EC9989BE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REPLAY2RUN 工作汇报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45D294D6-87D2-45E6-AF90-9C7DC93F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627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结果快照：85 files, DGSR=89.4%, EBSR=82.4%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6B0226A-CDCC-4B2E-B709-19096431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29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7C7D4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37C7D4"/>
                </a:solidFill>
                <a:latin typeface="Menlo"/>
                <a:ea typeface="Menlo"/>
                <a:cs typeface="Menl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0651388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A344FF-3957-4245-A990-DC3960DB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C0C8B-E96B-4A76-A1FB-B83D3DB5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49CA3-D99C-4F30-AB06-612FF2EF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86685-CF54-4C23-B016-2A8C0A54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36F8C-81CD-430A-BF41-2D47ECB5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ABA24-D20A-46C7-BE14-47FC64E2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CAC8D-6024-4341-A94A-10248AD7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EA854-26CB-4EDF-BDF8-2B74E7AD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817E7-518E-495D-B84F-6395B618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B2347-C586-4AB8-9D2B-2B40AEE8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A2BE0-5490-4C3E-815C-F50620BC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C3D45-FEEE-487B-A776-D9571A69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00A83-940F-4C00-84A8-ACB2B452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F39D7E-9160-499A-9817-D49E4C92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B2FF8-99D4-4A96-8BB6-C9D687F9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117493-8532-4868-A7FB-9DA2B7BF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5FE72-47ED-4726-AAD8-06A1EFA2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412A9-04A4-415F-A6A8-16ADC421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30F6BC-28AE-46D6-BA8F-7FD03509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A6F2C1-E27B-402E-B464-CBDA37F4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E832A2-8FD6-481B-9C70-B0665C0A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580354-9175-4472-B559-261DD02E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9B5DF-AE3F-47E6-8215-5964C9AD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4E1E25-D828-4AF5-B33B-FB531B77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60D72A-B22D-408D-B646-39A3C3E2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A3977C-7BEC-4BAD-BA4B-9227D7D6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A35AE2-7A19-4CA8-8714-B8517DFA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C88398-34D7-45AB-919E-0FD6EE25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F A I L U R E   A N A L Y S I 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16DBD3-9FA6-4E5B-979F-DDC07759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00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7"/>
                </a:solidFill>
                <a:latin typeface="PingFang SC"/>
                <a:ea typeface="PingFang SC"/>
                <a:cs typeface="PingFang SC"/>
              </a:rPr>
              <a:t>失败分布说明：剩余问题仍集中在 Dockerfile 产出与 fresh replay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22BAC5-03FC-4585-8C8A-7737D56E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当前非 EBSR 成功共 15 条，其中 dockerfile_missing 占 8 条，说明 setup 后稳定产出 Dockerfile 仍是工程重点。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69525B-F697-4166-B0E6-C141C6EF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812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1827"/>
                </a:solidFill>
                <a:latin typeface="Menlo"/>
                <a:ea typeface="Menlo"/>
                <a:cs typeface="Menlo"/>
              </a:defRPr>
            </a:pPr>
            <a:r>
              <a:rPr sz="938" b="1">
                <a:solidFill>
                  <a:srgbClr val="101827"/>
                </a:solidFill>
                <a:latin typeface="Menlo"/>
                <a:ea typeface="Menlo"/>
                <a:cs typeface="Menlo"/>
              </a:rPr>
              <a:t>test_execution_failed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36231F-3F0F-49BD-B4C9-197DF570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2890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E7796F-6AB9-43D1-96F2-40F7DD41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2890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42C395-1620-4798-BE1C-C876E290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6222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7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101827"/>
                </a:solidFill>
                <a:latin typeface="Menlo"/>
                <a:ea typeface="Menlo"/>
                <a:cs typeface="Menlo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5F747D-7502-4859-9DD8-AB8F3425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194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8A98AA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8A98AA"/>
                </a:solidFill>
                <a:latin typeface="PingFang SC"/>
                <a:ea typeface="PingFang SC"/>
                <a:cs typeface="PingFang SC"/>
              </a:rPr>
              <a:t>build 成功但测试未有效运行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3AA458-CD44-4909-895D-21E04FB4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10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1827"/>
                </a:solidFill>
                <a:latin typeface="Menlo"/>
                <a:ea typeface="Menlo"/>
                <a:cs typeface="Menlo"/>
              </a:defRPr>
            </a:pPr>
            <a:r>
              <a:rPr sz="938" b="1">
                <a:solidFill>
                  <a:srgbClr val="101827"/>
                </a:solidFill>
                <a:latin typeface="Menlo"/>
                <a:ea typeface="Menlo"/>
                <a:cs typeface="Menlo"/>
              </a:rPr>
              <a:t>docker_build_failed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82050E-7A5D-428F-B1B1-EA573F0D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6865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9D5E86-0E72-41C9-BCBC-A5358338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68650"/>
            <a:ext cx="146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66EE15-A03A-4201-870D-C7FDEFD7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019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7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101827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D2F7B8-000C-420C-A987-C499AA30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591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8A98AA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8A98AA"/>
                </a:solidFill>
                <a:latin typeface="PingFang SC"/>
                <a:ea typeface="PingFang SC"/>
                <a:cs typeface="PingFang SC"/>
              </a:rPr>
              <a:t>Docker build 失败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0AA506-6F53-4E6C-968D-3CEE64BE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07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1827"/>
                </a:solidFill>
                <a:latin typeface="Menlo"/>
                <a:ea typeface="Menlo"/>
                <a:cs typeface="Menlo"/>
              </a:defRPr>
            </a:pPr>
            <a:r>
              <a:rPr sz="938" b="1">
                <a:solidFill>
                  <a:srgbClr val="101827"/>
                </a:solidFill>
                <a:latin typeface="Menlo"/>
                <a:ea typeface="Menlo"/>
                <a:cs typeface="Menlo"/>
              </a:rPr>
              <a:t>dockerfile_missing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B942C7-95F6-4934-ADB4-A2453BA8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0840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D1D4A4-0083-4F50-8CBD-170C52F0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08400"/>
            <a:ext cx="1168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C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778034-2726-4435-9EF4-03974226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4172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7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101827"/>
                </a:solidFill>
                <a:latin typeface="Menlo"/>
                <a:ea typeface="Menlo"/>
                <a:cs typeface="Menlo"/>
              </a:rPr>
              <a:t>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35BC91-7FF4-4083-9303-DC58E58E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989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8A98AA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8A98AA"/>
                </a:solidFill>
                <a:latin typeface="PingFang SC"/>
                <a:ea typeface="PingFang SC"/>
                <a:cs typeface="PingFang SC"/>
              </a:rPr>
              <a:t>未产出可评估 Dockerfile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7F6D04-412C-4CC8-8119-DBB7D36E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4AD83F-4626-4AE4-B6BB-DA7F5A69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670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与论文标签对齐情况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CF8C0B-3F82-4B05-9EFD-EFB3267A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19450"/>
            <a:ext cx="171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34A615-D9ED-4530-B118-DC704CBB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19450"/>
            <a:ext cx="131108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7E9FE1-FCF1-4B68-9973-F992EF6B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623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7F2"/>
                </a:solidFill>
                <a:latin typeface="Menlo"/>
                <a:ea typeface="Menlo"/>
                <a:cs typeface="Menlo"/>
              </a:defRPr>
            </a:pPr>
            <a:r>
              <a:rPr sz="788" b="0">
                <a:solidFill>
                  <a:srgbClr val="DDE7F2"/>
                </a:solidFill>
                <a:latin typeface="Menlo"/>
                <a:ea typeface="Menlo"/>
                <a:cs typeface="Menlo"/>
              </a:rPr>
              <a:t>matched_success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C2C6D4-0D73-4919-9B48-6F7DF4B7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62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7C7D4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37C7D4"/>
                </a:solidFill>
                <a:latin typeface="Menlo"/>
                <a:ea typeface="Menlo"/>
                <a:cs typeface="Menlo"/>
              </a:rPr>
              <a:t>65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ED8D2F-54BA-41D1-AABF-4F343B76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62350"/>
            <a:ext cx="171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A897AEA-8C80-4A39-A1DF-FB4A6CA8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62350"/>
            <a:ext cx="10085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99B000-3FCE-4711-B5EC-F5841827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052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7F2"/>
                </a:solidFill>
                <a:latin typeface="Menlo"/>
                <a:ea typeface="Menlo"/>
                <a:cs typeface="Menlo"/>
              </a:defRPr>
            </a:pPr>
            <a:r>
              <a:rPr sz="788" b="0">
                <a:solidFill>
                  <a:srgbClr val="DDE7F2"/>
                </a:solidFill>
                <a:latin typeface="Menlo"/>
                <a:ea typeface="Menlo"/>
                <a:cs typeface="Menlo"/>
              </a:rPr>
              <a:t>unexpected_success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74D438-4D4D-4287-A525-4C8DFED0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05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E87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9FE870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FEB2CF-98BC-4EA8-91F9-E1A7EF35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05250"/>
            <a:ext cx="171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F45B9A-D150-4E5C-A105-5FDC89DA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05250"/>
            <a:ext cx="28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C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6DA108C-5C9C-4206-85B0-3E649AD7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481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7F2"/>
                </a:solidFill>
                <a:latin typeface="Menlo"/>
                <a:ea typeface="Menlo"/>
                <a:cs typeface="Menlo"/>
              </a:defRPr>
            </a:pPr>
            <a:r>
              <a:rPr sz="788" b="0">
                <a:solidFill>
                  <a:srgbClr val="DDE7F2"/>
                </a:solidFill>
                <a:latin typeface="Menlo"/>
                <a:ea typeface="Menlo"/>
                <a:cs typeface="Menlo"/>
              </a:rPr>
              <a:t>matched_failure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A47722-8AB3-4747-BA57-17C29EFA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481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CA3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7A8CA3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16C00C-07FB-4A99-8669-7FF1FE5F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48150"/>
            <a:ext cx="171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161DA2-406F-4E78-B056-E6D436D1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48150"/>
            <a:ext cx="28238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C1CAAC5-9EA6-4FE0-91F9-065200D3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910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7F2"/>
                </a:solidFill>
                <a:latin typeface="Menlo"/>
                <a:ea typeface="Menlo"/>
                <a:cs typeface="Menlo"/>
              </a:defRPr>
            </a:pPr>
            <a:r>
              <a:rPr sz="788" b="0">
                <a:solidFill>
                  <a:srgbClr val="DDE7F2"/>
                </a:solidFill>
                <a:latin typeface="Menlo"/>
                <a:ea typeface="Menlo"/>
                <a:cs typeface="Menlo"/>
              </a:rPr>
              <a:t>unexpected_failure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0DA675-32A1-4AEF-A036-D0C76BCC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910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B3A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6B3A"/>
                </a:solidFill>
                <a:latin typeface="Menlo"/>
                <a:ea typeface="Menlo"/>
                <a:cs typeface="Menlo"/>
              </a:rPr>
              <a:t>14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6312E43-4075-4093-A70B-43CA2DC2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3400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失败定位要继续按层拆分：sandbox 未成功、Dockerfile missing、docker build failed、test replay failed、外部网络/服务问题。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9C8026-66BB-4198-9F1C-062E26C0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974B3AF-30D1-4B02-BDC9-B6AB3A3B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A98AA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8A98AA"/>
                </a:solidFill>
                <a:latin typeface="PingFang SC"/>
                <a:ea typeface="PingFang SC"/>
                <a:cs typeface="PingFang SC"/>
              </a:rPr>
              <a:t>REPLAY2RUN 工作汇报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0034E5B-AE30-4B26-A3A0-1F1436B6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627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8A98A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8A98AA"/>
                </a:solidFill>
                <a:latin typeface="PingFang SC"/>
                <a:ea typeface="PingFang SC"/>
                <a:cs typeface="PingFang SC"/>
              </a:rPr>
              <a:t>失败类型：dockerfile_missing / docker_build_failed / test_execution_failed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560FFB-93AC-40AE-B2BB-E5E2862C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29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6B3A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FF6B3A"/>
                </a:solidFill>
                <a:latin typeface="Menlo"/>
                <a:ea typeface="Menlo"/>
                <a:cs typeface="Menl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3483954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5E8C9E-A37F-4BD6-A1D1-42231761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0CD3A-46EC-4264-AF3F-EF21C707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34BBE-DD19-4C9B-ACA1-301E6979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CCE2E-C6B6-46E9-A3C6-1EDF5050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0F61A-97F8-496C-82A8-447845FF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99D86-463A-429B-B25A-574A5BA3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33CE3-E6C5-481E-B36D-111393D9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093F5-D8F3-42A7-9A42-18736636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85531-B4A1-4054-9C9C-FCB1D850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78575-E679-4B0A-B6E6-D05CA2DC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02B18-2281-449D-B829-BDC66B19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DA9B7-0A33-415A-A322-2E0DEA11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07F13-6A81-470F-91B1-7685603D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249073-82C3-465C-9869-431C111B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C5E7E-DC9F-4163-9BCF-BB3B7432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53072-1177-4A36-82F1-8B07DFCE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63E98D-38AE-41B9-82FD-3B729F5C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450B53-F474-465A-B328-9ED24A6C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8C5B22-6169-483E-B38E-572EBA5B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95B90F-9FC3-4962-AE2D-1A07AC08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00E118-C8E1-4B2B-99C1-F3529B0C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003792-3BCB-43B9-A141-6746AB7A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29150F-77FD-4512-B5DA-8CB36119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F2D624-1321-4394-85CC-E85F86AE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4A5506-A51D-4C29-8B3E-31169A71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88226D-5874-4DC4-81BA-643DA038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34BF3A-DFDA-4950-B8AD-87B22BE7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42E090-EA65-4619-97E7-EECDADFA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B0C3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9FB0C3"/>
                </a:solidFill>
                <a:latin typeface="PingFang SC"/>
                <a:ea typeface="PingFang SC"/>
                <a:cs typeface="PingFang SC"/>
              </a:rPr>
              <a:t>N E X T   S T E P 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3AA892-0315-4D8B-B7F2-F2F452C7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00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下一步：补全 420 条实验，并用 ablation 证明两个核心机制的贡献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781947-CB90-4CE8-A2B0-917CDEA6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论文主线应围绕环境构建展开：Repo2Run 定义任务，我们解决 Dockerfile 复现链路中的轨迹压缩和 repair。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00CC9C-7100-49DA-A065-623C403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838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6BE132-52A7-453D-84C9-C5899366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11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50A02F-3271-4B65-909D-27F254DB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955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完整跑完 Table 15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FB52DA-7770-4043-880E-C116DEE5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0035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补齐 420 条，固定随机性、网络、镜像缓存和日志版本。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9B5F85-2F5B-43FF-976D-E70CB3D0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838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142AFB-02AA-4C8B-9958-B81F14D0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042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11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F6DF4F-1BCD-4AA0-BF93-47229D1B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766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Ablation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3CF8BC-A44C-41A4-B8C2-4E271840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814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关闭 trajectory compression / 关闭 repair / 仅 deterministic replay，对比 DGSR/EBSR。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7DEBED-918A-45C0-A4C0-528D7070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838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AEFD0B-086D-4919-90FB-8732EB6C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8147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11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6CEBE4-0B8F-45C0-A219-6F672F37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576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失败 taxonomy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2D0EB8-606F-440F-93E4-F81343BF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6245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区分 sandbox 未成功、Dockerfile missing、build failed、test replay failed、外部网络/服务问题。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89FB9B-E7CB-4C56-BEBD-02D783F1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838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0AC6E0-3C6F-4E54-BD17-E8F415E7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252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11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D2E696-D4BB-4253-82B4-7DC8FBB1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387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论文写作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470C69-17DB-472D-96AE-B7B65B38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435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6C5D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B6C5D8"/>
                </a:solidFill>
                <a:latin typeface="PingFang SC"/>
                <a:ea typeface="PingFang SC"/>
                <a:cs typeface="PingFang SC"/>
              </a:rPr>
              <a:t>背景先讲环境构建，再讲 replay gap 作为我们的关键技术切入点。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D1E5DD-9207-412E-B795-1AA2C300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29300"/>
            <a:ext cx="998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一句话贡献：面向代码仓库环境构建，把 agent 的探索轨迹转化为可复现、可验证、可修复的 Docker 环境。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6FA595-24F2-4157-A714-95E7343E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9B5D8C-67EE-4E53-ADA2-4C695DE5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REPLAY2RUN 工作汇报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ED44322-3A3C-40EF-8C2D-16F1E8F2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627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7890A8"/>
                </a:solidFill>
                <a:latin typeface="PingFang SC"/>
                <a:ea typeface="PingFang SC"/>
                <a:cs typeface="PingFang SC"/>
              </a:rPr>
              <a:t>工作计划：完整实验 + ablation + failure taxonomy + ICSE-style paper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ED4F6E-4CFD-4A63-85BC-AA2792F6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29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7C7D4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37C7D4"/>
                </a:solidFill>
                <a:latin typeface="Menlo"/>
                <a:ea typeface="Menlo"/>
                <a:cs typeface="Menl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62481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2026-05-07T06:12:12.4810000Z</dcterms:created>
  <dcterms:modified xsi:type="dcterms:W3CDTF">2026-05-07T06:12:12.4810000Z</dcterms:modified>
</coreProperties>
</file>